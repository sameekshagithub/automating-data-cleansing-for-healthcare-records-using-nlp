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19"/>
  </p:notesMasterIdLst>
  <p:sldIdLst>
    <p:sldId id="256" r:id="rId2"/>
    <p:sldId id="257" r:id="rId3"/>
    <p:sldId id="270" r:id="rId4"/>
    <p:sldId id="271" r:id="rId5"/>
    <p:sldId id="272" r:id="rId6"/>
    <p:sldId id="273" r:id="rId7"/>
    <p:sldId id="274" r:id="rId8"/>
    <p:sldId id="275" r:id="rId9"/>
    <p:sldId id="279" r:id="rId10"/>
    <p:sldId id="261" r:id="rId11"/>
    <p:sldId id="276" r:id="rId12"/>
    <p:sldId id="277" r:id="rId13"/>
    <p:sldId id="278" r:id="rId14"/>
    <p:sldId id="262" r:id="rId15"/>
    <p:sldId id="265" r:id="rId16"/>
    <p:sldId id="280"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F1B98F-6B57-45A3-A98C-C86691217441}" v="60" dt="2025-05-25T09:35:22.4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4" d="100"/>
          <a:sy n="64" d="100"/>
        </p:scale>
        <p:origin x="942"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eeksha Rai" userId="107fb7a78774dcf2" providerId="LiveId" clId="{09F1B98F-6B57-45A3-A98C-C86691217441}"/>
    <pc:docChg chg="undo custSel addSld delSld modSld">
      <pc:chgData name="Sameeksha Rai" userId="107fb7a78774dcf2" providerId="LiveId" clId="{09F1B98F-6B57-45A3-A98C-C86691217441}" dt="2025-05-25T09:46:09.578" v="909" actId="113"/>
      <pc:docMkLst>
        <pc:docMk/>
      </pc:docMkLst>
      <pc:sldChg chg="modSp mod">
        <pc:chgData name="Sameeksha Rai" userId="107fb7a78774dcf2" providerId="LiveId" clId="{09F1B98F-6B57-45A3-A98C-C86691217441}" dt="2025-05-25T07:30:43.074" v="240" actId="20577"/>
        <pc:sldMkLst>
          <pc:docMk/>
          <pc:sldMk cId="4020836827" sldId="256"/>
        </pc:sldMkLst>
        <pc:spChg chg="mod">
          <ac:chgData name="Sameeksha Rai" userId="107fb7a78774dcf2" providerId="LiveId" clId="{09F1B98F-6B57-45A3-A98C-C86691217441}" dt="2025-05-25T07:29:45.979" v="201" actId="20577"/>
          <ac:spMkLst>
            <pc:docMk/>
            <pc:sldMk cId="4020836827" sldId="256"/>
            <ac:spMk id="22" creationId="{4970BC13-9F9F-BA5A-F89B-7288E9E7D7D1}"/>
          </ac:spMkLst>
        </pc:spChg>
        <pc:spChg chg="mod">
          <ac:chgData name="Sameeksha Rai" userId="107fb7a78774dcf2" providerId="LiveId" clId="{09F1B98F-6B57-45A3-A98C-C86691217441}" dt="2025-05-25T07:13:11.297" v="1" actId="20577"/>
          <ac:spMkLst>
            <pc:docMk/>
            <pc:sldMk cId="4020836827" sldId="256"/>
            <ac:spMk id="24" creationId="{9ED31B1C-A8DB-3A3B-B363-984D83C3D93D}"/>
          </ac:spMkLst>
        </pc:spChg>
        <pc:spChg chg="mod">
          <ac:chgData name="Sameeksha Rai" userId="107fb7a78774dcf2" providerId="LiveId" clId="{09F1B98F-6B57-45A3-A98C-C86691217441}" dt="2025-05-25T07:26:23.664" v="185" actId="113"/>
          <ac:spMkLst>
            <pc:docMk/>
            <pc:sldMk cId="4020836827" sldId="256"/>
            <ac:spMk id="25" creationId="{6EF58B75-E9C8-FFBB-8DA7-EEB7F596A369}"/>
          </ac:spMkLst>
        </pc:spChg>
        <pc:spChg chg="mod">
          <ac:chgData name="Sameeksha Rai" userId="107fb7a78774dcf2" providerId="LiveId" clId="{09F1B98F-6B57-45A3-A98C-C86691217441}" dt="2025-05-25T07:26:30.145" v="186" actId="113"/>
          <ac:spMkLst>
            <pc:docMk/>
            <pc:sldMk cId="4020836827" sldId="256"/>
            <ac:spMk id="26" creationId="{EE7A1210-8E01-EC0F-CC1E-7AA451B8FA42}"/>
          </ac:spMkLst>
        </pc:spChg>
        <pc:spChg chg="mod">
          <ac:chgData name="Sameeksha Rai" userId="107fb7a78774dcf2" providerId="LiveId" clId="{09F1B98F-6B57-45A3-A98C-C86691217441}" dt="2025-05-25T07:30:43.074" v="240" actId="20577"/>
          <ac:spMkLst>
            <pc:docMk/>
            <pc:sldMk cId="4020836827" sldId="256"/>
            <ac:spMk id="27" creationId="{13375171-FF00-4972-D417-761E68342EC9}"/>
          </ac:spMkLst>
        </pc:spChg>
        <pc:picChg chg="mod">
          <ac:chgData name="Sameeksha Rai" userId="107fb7a78774dcf2" providerId="LiveId" clId="{09F1B98F-6B57-45A3-A98C-C86691217441}" dt="2025-05-25T07:25:39.304" v="180" actId="1076"/>
          <ac:picMkLst>
            <pc:docMk/>
            <pc:sldMk cId="4020836827" sldId="256"/>
            <ac:picMk id="15" creationId="{46E031AC-3AD0-06E5-B8A6-3C9B35DCEFA8}"/>
          </ac:picMkLst>
        </pc:picChg>
      </pc:sldChg>
      <pc:sldChg chg="addSp modSp mod">
        <pc:chgData name="Sameeksha Rai" userId="107fb7a78774dcf2" providerId="LiveId" clId="{09F1B98F-6B57-45A3-A98C-C86691217441}" dt="2025-05-25T07:21:44.317" v="162" actId="14100"/>
        <pc:sldMkLst>
          <pc:docMk/>
          <pc:sldMk cId="2654533182" sldId="257"/>
        </pc:sldMkLst>
        <pc:spChg chg="mod">
          <ac:chgData name="Sameeksha Rai" userId="107fb7a78774dcf2" providerId="LiveId" clId="{09F1B98F-6B57-45A3-A98C-C86691217441}" dt="2025-05-25T07:21:36.242" v="161" actId="14100"/>
          <ac:spMkLst>
            <pc:docMk/>
            <pc:sldMk cId="2654533182" sldId="257"/>
            <ac:spMk id="2" creationId="{8D94EE3B-05EB-7B19-7C5E-1950BCCE935F}"/>
          </ac:spMkLst>
        </pc:spChg>
        <pc:spChg chg="mod">
          <ac:chgData name="Sameeksha Rai" userId="107fb7a78774dcf2" providerId="LiveId" clId="{09F1B98F-6B57-45A3-A98C-C86691217441}" dt="2025-05-25T07:21:44.317" v="162" actId="14100"/>
          <ac:spMkLst>
            <pc:docMk/>
            <pc:sldMk cId="2654533182" sldId="257"/>
            <ac:spMk id="6" creationId="{3C8386BE-0B59-9E8B-D921-4202C53D241D}"/>
          </ac:spMkLst>
        </pc:spChg>
        <pc:picChg chg="add mod">
          <ac:chgData name="Sameeksha Rai" userId="107fb7a78774dcf2" providerId="LiveId" clId="{09F1B98F-6B57-45A3-A98C-C86691217441}" dt="2025-05-25T07:20:35.164" v="156" actId="1076"/>
          <ac:picMkLst>
            <pc:docMk/>
            <pc:sldMk cId="2654533182" sldId="257"/>
            <ac:picMk id="5" creationId="{115B9A8E-C096-0946-D4D0-46B61A18CBA1}"/>
          </ac:picMkLst>
        </pc:picChg>
      </pc:sldChg>
      <pc:sldChg chg="del">
        <pc:chgData name="Sameeksha Rai" userId="107fb7a78774dcf2" providerId="LiveId" clId="{09F1B98F-6B57-45A3-A98C-C86691217441}" dt="2025-05-25T07:40:12.120" v="285" actId="2696"/>
        <pc:sldMkLst>
          <pc:docMk/>
          <pc:sldMk cId="2121749371" sldId="258"/>
        </pc:sldMkLst>
      </pc:sldChg>
      <pc:sldChg chg="del">
        <pc:chgData name="Sameeksha Rai" userId="107fb7a78774dcf2" providerId="LiveId" clId="{09F1B98F-6B57-45A3-A98C-C86691217441}" dt="2025-05-25T07:43:08.735" v="295" actId="2696"/>
        <pc:sldMkLst>
          <pc:docMk/>
          <pc:sldMk cId="3998208688" sldId="259"/>
        </pc:sldMkLst>
      </pc:sldChg>
      <pc:sldChg chg="addSp modSp del mod">
        <pc:chgData name="Sameeksha Rai" userId="107fb7a78774dcf2" providerId="LiveId" clId="{09F1B98F-6B57-45A3-A98C-C86691217441}" dt="2025-05-25T08:23:05.304" v="556" actId="2696"/>
        <pc:sldMkLst>
          <pc:docMk/>
          <pc:sldMk cId="1434126880" sldId="260"/>
        </pc:sldMkLst>
        <pc:spChg chg="mod">
          <ac:chgData name="Sameeksha Rai" userId="107fb7a78774dcf2" providerId="LiveId" clId="{09F1B98F-6B57-45A3-A98C-C86691217441}" dt="2025-05-25T07:43:28.012" v="297" actId="122"/>
          <ac:spMkLst>
            <pc:docMk/>
            <pc:sldMk cId="1434126880" sldId="260"/>
            <ac:spMk id="2" creationId="{E0B0A53C-4CA8-8BA2-8085-F5F3BB56A15F}"/>
          </ac:spMkLst>
        </pc:spChg>
        <pc:spChg chg="mod">
          <ac:chgData name="Sameeksha Rai" userId="107fb7a78774dcf2" providerId="LiveId" clId="{09F1B98F-6B57-45A3-A98C-C86691217441}" dt="2025-05-25T08:20:22.886" v="527" actId="1076"/>
          <ac:spMkLst>
            <pc:docMk/>
            <pc:sldMk cId="1434126880" sldId="260"/>
            <ac:spMk id="6" creationId="{F8D6F27E-142B-0720-32EF-8ADAC24677F8}"/>
          </ac:spMkLst>
        </pc:spChg>
        <pc:spChg chg="add">
          <ac:chgData name="Sameeksha Rai" userId="107fb7a78774dcf2" providerId="LiveId" clId="{09F1B98F-6B57-45A3-A98C-C86691217441}" dt="2025-05-25T07:44:23.817" v="301"/>
          <ac:spMkLst>
            <pc:docMk/>
            <pc:sldMk cId="1434126880" sldId="260"/>
            <ac:spMk id="7" creationId="{4DCF5F9B-14D5-0CD8-60F4-D22047F4B25B}"/>
          </ac:spMkLst>
        </pc:spChg>
        <pc:spChg chg="add">
          <ac:chgData name="Sameeksha Rai" userId="107fb7a78774dcf2" providerId="LiveId" clId="{09F1B98F-6B57-45A3-A98C-C86691217441}" dt="2025-05-25T07:44:23.817" v="301"/>
          <ac:spMkLst>
            <pc:docMk/>
            <pc:sldMk cId="1434126880" sldId="260"/>
            <ac:spMk id="8" creationId="{83F59058-1A6B-6437-75C9-167C4BC21C0F}"/>
          </ac:spMkLst>
        </pc:spChg>
        <pc:spChg chg="add">
          <ac:chgData name="Sameeksha Rai" userId="107fb7a78774dcf2" providerId="LiveId" clId="{09F1B98F-6B57-45A3-A98C-C86691217441}" dt="2025-05-25T07:44:23.817" v="301"/>
          <ac:spMkLst>
            <pc:docMk/>
            <pc:sldMk cId="1434126880" sldId="260"/>
            <ac:spMk id="9" creationId="{23D4B32A-499E-544B-16F9-57538D43C8F2}"/>
          </ac:spMkLst>
        </pc:spChg>
        <pc:spChg chg="add">
          <ac:chgData name="Sameeksha Rai" userId="107fb7a78774dcf2" providerId="LiveId" clId="{09F1B98F-6B57-45A3-A98C-C86691217441}" dt="2025-05-25T07:44:30.155" v="303"/>
          <ac:spMkLst>
            <pc:docMk/>
            <pc:sldMk cId="1434126880" sldId="260"/>
            <ac:spMk id="10" creationId="{40EA5CA4-8A47-A39E-A79F-2480865B0163}"/>
          </ac:spMkLst>
        </pc:spChg>
        <pc:spChg chg="add">
          <ac:chgData name="Sameeksha Rai" userId="107fb7a78774dcf2" providerId="LiveId" clId="{09F1B98F-6B57-45A3-A98C-C86691217441}" dt="2025-05-25T07:44:30.155" v="303"/>
          <ac:spMkLst>
            <pc:docMk/>
            <pc:sldMk cId="1434126880" sldId="260"/>
            <ac:spMk id="11" creationId="{E741DE78-DF4B-28C2-0B48-41711EBAC1A6}"/>
          </ac:spMkLst>
        </pc:spChg>
        <pc:spChg chg="add">
          <ac:chgData name="Sameeksha Rai" userId="107fb7a78774dcf2" providerId="LiveId" clId="{09F1B98F-6B57-45A3-A98C-C86691217441}" dt="2025-05-25T07:44:30.155" v="303"/>
          <ac:spMkLst>
            <pc:docMk/>
            <pc:sldMk cId="1434126880" sldId="260"/>
            <ac:spMk id="12" creationId="{1FF1CBCC-E1F9-CF70-9B87-7F901EB79A8C}"/>
          </ac:spMkLst>
        </pc:spChg>
        <pc:spChg chg="add">
          <ac:chgData name="Sameeksha Rai" userId="107fb7a78774dcf2" providerId="LiveId" clId="{09F1B98F-6B57-45A3-A98C-C86691217441}" dt="2025-05-25T07:45:00.020" v="305"/>
          <ac:spMkLst>
            <pc:docMk/>
            <pc:sldMk cId="1434126880" sldId="260"/>
            <ac:spMk id="13" creationId="{6C602411-2A72-3CF1-C9A7-F72A26CF6B79}"/>
          </ac:spMkLst>
        </pc:spChg>
        <pc:spChg chg="add">
          <ac:chgData name="Sameeksha Rai" userId="107fb7a78774dcf2" providerId="LiveId" clId="{09F1B98F-6B57-45A3-A98C-C86691217441}" dt="2025-05-25T07:45:00.020" v="305"/>
          <ac:spMkLst>
            <pc:docMk/>
            <pc:sldMk cId="1434126880" sldId="260"/>
            <ac:spMk id="14" creationId="{B6D8FE12-C82B-9BC4-3F9F-B8D68D558842}"/>
          </ac:spMkLst>
        </pc:spChg>
        <pc:spChg chg="add">
          <ac:chgData name="Sameeksha Rai" userId="107fb7a78774dcf2" providerId="LiveId" clId="{09F1B98F-6B57-45A3-A98C-C86691217441}" dt="2025-05-25T07:45:00.020" v="305"/>
          <ac:spMkLst>
            <pc:docMk/>
            <pc:sldMk cId="1434126880" sldId="260"/>
            <ac:spMk id="15" creationId="{25DFB5A7-6442-2903-B572-AFA55ED5A202}"/>
          </ac:spMkLst>
        </pc:spChg>
        <pc:picChg chg="add mod">
          <ac:chgData name="Sameeksha Rai" userId="107fb7a78774dcf2" providerId="LiveId" clId="{09F1B98F-6B57-45A3-A98C-C86691217441}" dt="2025-05-25T07:46:42.045" v="327" actId="1076"/>
          <ac:picMkLst>
            <pc:docMk/>
            <pc:sldMk cId="1434126880" sldId="260"/>
            <ac:picMk id="5" creationId="{754D01A7-D647-16D7-9F0A-7559A448D9C7}"/>
          </ac:picMkLst>
        </pc:picChg>
      </pc:sldChg>
      <pc:sldChg chg="addSp modSp mod">
        <pc:chgData name="Sameeksha Rai" userId="107fb7a78774dcf2" providerId="LiveId" clId="{09F1B98F-6B57-45A3-A98C-C86691217441}" dt="2025-05-25T08:23:25.654" v="558" actId="20577"/>
        <pc:sldMkLst>
          <pc:docMk/>
          <pc:sldMk cId="3605516252" sldId="261"/>
        </pc:sldMkLst>
        <pc:spChg chg="mod">
          <ac:chgData name="Sameeksha Rai" userId="107fb7a78774dcf2" providerId="LiveId" clId="{09F1B98F-6B57-45A3-A98C-C86691217441}" dt="2025-05-25T08:23:21.329" v="557" actId="404"/>
          <ac:spMkLst>
            <pc:docMk/>
            <pc:sldMk cId="3605516252" sldId="261"/>
            <ac:spMk id="2" creationId="{3373BED9-5EB3-E0B4-6699-EA38F89EA974}"/>
          </ac:spMkLst>
        </pc:spChg>
        <pc:spChg chg="mod">
          <ac:chgData name="Sameeksha Rai" userId="107fb7a78774dcf2" providerId="LiveId" clId="{09F1B98F-6B57-45A3-A98C-C86691217441}" dt="2025-05-25T08:23:25.654" v="558" actId="20577"/>
          <ac:spMkLst>
            <pc:docMk/>
            <pc:sldMk cId="3605516252" sldId="261"/>
            <ac:spMk id="6" creationId="{49AFE977-5D0D-AF97-C369-EDA4B564F3E6}"/>
          </ac:spMkLst>
        </pc:spChg>
        <pc:picChg chg="add mod">
          <ac:chgData name="Sameeksha Rai" userId="107fb7a78774dcf2" providerId="LiveId" clId="{09F1B98F-6B57-45A3-A98C-C86691217441}" dt="2025-05-25T07:51:32.843" v="360"/>
          <ac:picMkLst>
            <pc:docMk/>
            <pc:sldMk cId="3605516252" sldId="261"/>
            <ac:picMk id="5" creationId="{DB2AFBED-DA53-4F9C-8C57-5239F52B4CDA}"/>
          </ac:picMkLst>
        </pc:picChg>
      </pc:sldChg>
      <pc:sldChg chg="addSp modSp mod">
        <pc:chgData name="Sameeksha Rai" userId="107fb7a78774dcf2" providerId="LiveId" clId="{09F1B98F-6B57-45A3-A98C-C86691217441}" dt="2025-05-25T08:28:47.673" v="603"/>
        <pc:sldMkLst>
          <pc:docMk/>
          <pc:sldMk cId="3592514050" sldId="262"/>
        </pc:sldMkLst>
        <pc:spChg chg="mod">
          <ac:chgData name="Sameeksha Rai" userId="107fb7a78774dcf2" providerId="LiveId" clId="{09F1B98F-6B57-45A3-A98C-C86691217441}" dt="2025-05-25T08:27:32.191" v="596"/>
          <ac:spMkLst>
            <pc:docMk/>
            <pc:sldMk cId="3592514050" sldId="262"/>
            <ac:spMk id="2" creationId="{9A512896-5989-FE67-9068-46D9F39452E3}"/>
          </ac:spMkLst>
        </pc:spChg>
        <pc:spChg chg="mod">
          <ac:chgData name="Sameeksha Rai" userId="107fb7a78774dcf2" providerId="LiveId" clId="{09F1B98F-6B57-45A3-A98C-C86691217441}" dt="2025-05-25T08:28:29.146" v="601" actId="20577"/>
          <ac:spMkLst>
            <pc:docMk/>
            <pc:sldMk cId="3592514050" sldId="262"/>
            <ac:spMk id="6" creationId="{EF52EDE5-1EEF-9931-9FC9-16309D5492AC}"/>
          </ac:spMkLst>
        </pc:spChg>
        <pc:picChg chg="add mod">
          <ac:chgData name="Sameeksha Rai" userId="107fb7a78774dcf2" providerId="LiveId" clId="{09F1B98F-6B57-45A3-A98C-C86691217441}" dt="2025-05-25T08:28:47.673" v="603"/>
          <ac:picMkLst>
            <pc:docMk/>
            <pc:sldMk cId="3592514050" sldId="262"/>
            <ac:picMk id="5" creationId="{5C2886BB-52BF-1DF5-D26C-B7FC45024C5A}"/>
          </ac:picMkLst>
        </pc:picChg>
      </pc:sldChg>
      <pc:sldChg chg="del">
        <pc:chgData name="Sameeksha Rai" userId="107fb7a78774dcf2" providerId="LiveId" clId="{09F1B98F-6B57-45A3-A98C-C86691217441}" dt="2025-05-25T08:15:58.368" v="511" actId="2696"/>
        <pc:sldMkLst>
          <pc:docMk/>
          <pc:sldMk cId="262751507" sldId="263"/>
        </pc:sldMkLst>
      </pc:sldChg>
      <pc:sldChg chg="addSp del mod">
        <pc:chgData name="Sameeksha Rai" userId="107fb7a78774dcf2" providerId="LiveId" clId="{09F1B98F-6B57-45A3-A98C-C86691217441}" dt="2025-05-25T08:15:19.665" v="510" actId="2696"/>
        <pc:sldMkLst>
          <pc:docMk/>
          <pc:sldMk cId="3447357356" sldId="264"/>
        </pc:sldMkLst>
        <pc:spChg chg="add">
          <ac:chgData name="Sameeksha Rai" userId="107fb7a78774dcf2" providerId="LiveId" clId="{09F1B98F-6B57-45A3-A98C-C86691217441}" dt="2025-05-25T08:07:04.711" v="482" actId="22"/>
          <ac:spMkLst>
            <pc:docMk/>
            <pc:sldMk cId="3447357356" sldId="264"/>
            <ac:spMk id="7" creationId="{4890B5B7-92E6-5E26-6395-2E763E39E3F6}"/>
          </ac:spMkLst>
        </pc:spChg>
      </pc:sldChg>
      <pc:sldChg chg="addSp modSp mod">
        <pc:chgData name="Sameeksha Rai" userId="107fb7a78774dcf2" providerId="LiveId" clId="{09F1B98F-6B57-45A3-A98C-C86691217441}" dt="2025-05-25T08:37:07.904" v="655"/>
        <pc:sldMkLst>
          <pc:docMk/>
          <pc:sldMk cId="3213343107" sldId="265"/>
        </pc:sldMkLst>
        <pc:spChg chg="mod">
          <ac:chgData name="Sameeksha Rai" userId="107fb7a78774dcf2" providerId="LiveId" clId="{09F1B98F-6B57-45A3-A98C-C86691217441}" dt="2025-05-25T08:34:07.932" v="606" actId="404"/>
          <ac:spMkLst>
            <pc:docMk/>
            <pc:sldMk cId="3213343107" sldId="265"/>
            <ac:spMk id="2" creationId="{84D0332F-158E-5D6E-6402-B205B08D17C2}"/>
          </ac:spMkLst>
        </pc:spChg>
        <pc:spChg chg="mod">
          <ac:chgData name="Sameeksha Rai" userId="107fb7a78774dcf2" providerId="LiveId" clId="{09F1B98F-6B57-45A3-A98C-C86691217441}" dt="2025-05-25T08:36:49.035" v="654" actId="403"/>
          <ac:spMkLst>
            <pc:docMk/>
            <pc:sldMk cId="3213343107" sldId="265"/>
            <ac:spMk id="3" creationId="{D56B1928-6B4E-3148-EE23-CF361A36C1D6}"/>
          </ac:spMkLst>
        </pc:spChg>
        <pc:picChg chg="add mod">
          <ac:chgData name="Sameeksha Rai" userId="107fb7a78774dcf2" providerId="LiveId" clId="{09F1B98F-6B57-45A3-A98C-C86691217441}" dt="2025-05-25T08:37:07.904" v="655"/>
          <ac:picMkLst>
            <pc:docMk/>
            <pc:sldMk cId="3213343107" sldId="265"/>
            <ac:picMk id="5" creationId="{6DE8CCF9-B000-C4B1-9BBA-A31B52D18F96}"/>
          </ac:picMkLst>
        </pc:picChg>
      </pc:sldChg>
      <pc:sldChg chg="addSp modSp mod">
        <pc:chgData name="Sameeksha Rai" userId="107fb7a78774dcf2" providerId="LiveId" clId="{09F1B98F-6B57-45A3-A98C-C86691217441}" dt="2025-05-25T08:39:59.285" v="675" actId="20577"/>
        <pc:sldMkLst>
          <pc:docMk/>
          <pc:sldMk cId="1577094502" sldId="266"/>
        </pc:sldMkLst>
        <pc:spChg chg="mod">
          <ac:chgData name="Sameeksha Rai" userId="107fb7a78774dcf2" providerId="LiveId" clId="{09F1B98F-6B57-45A3-A98C-C86691217441}" dt="2025-05-25T08:39:59.285" v="675" actId="20577"/>
          <ac:spMkLst>
            <pc:docMk/>
            <pc:sldMk cId="1577094502" sldId="266"/>
            <ac:spMk id="2" creationId="{275B6EAB-C557-3B02-567D-65CA64CE72AC}"/>
          </ac:spMkLst>
        </pc:spChg>
        <pc:picChg chg="add mod">
          <ac:chgData name="Sameeksha Rai" userId="107fb7a78774dcf2" providerId="LiveId" clId="{09F1B98F-6B57-45A3-A98C-C86691217441}" dt="2025-05-25T08:37:10.688" v="656"/>
          <ac:picMkLst>
            <pc:docMk/>
            <pc:sldMk cId="1577094502" sldId="266"/>
            <ac:picMk id="5" creationId="{827EFE2A-CB71-C194-500F-F07E8772C2A4}"/>
          </ac:picMkLst>
        </pc:picChg>
      </pc:sldChg>
      <pc:sldChg chg="del">
        <pc:chgData name="Sameeksha Rai" userId="107fb7a78774dcf2" providerId="LiveId" clId="{09F1B98F-6B57-45A3-A98C-C86691217441}" dt="2025-05-25T08:10:06.974" v="508" actId="2696"/>
        <pc:sldMkLst>
          <pc:docMk/>
          <pc:sldMk cId="2355665797" sldId="267"/>
        </pc:sldMkLst>
      </pc:sldChg>
      <pc:sldChg chg="del">
        <pc:chgData name="Sameeksha Rai" userId="107fb7a78774dcf2" providerId="LiveId" clId="{09F1B98F-6B57-45A3-A98C-C86691217441}" dt="2025-05-25T08:14:02.462" v="509" actId="2696"/>
        <pc:sldMkLst>
          <pc:docMk/>
          <pc:sldMk cId="2581089694" sldId="268"/>
        </pc:sldMkLst>
      </pc:sldChg>
      <pc:sldChg chg="modSp del mod">
        <pc:chgData name="Sameeksha Rai" userId="107fb7a78774dcf2" providerId="LiveId" clId="{09F1B98F-6B57-45A3-A98C-C86691217441}" dt="2025-05-25T07:55:53.551" v="442" actId="2696"/>
        <pc:sldMkLst>
          <pc:docMk/>
          <pc:sldMk cId="2269967663" sldId="269"/>
        </pc:sldMkLst>
        <pc:spChg chg="mod">
          <ac:chgData name="Sameeksha Rai" userId="107fb7a78774dcf2" providerId="LiveId" clId="{09F1B98F-6B57-45A3-A98C-C86691217441}" dt="2025-05-25T07:51:58.421" v="361" actId="122"/>
          <ac:spMkLst>
            <pc:docMk/>
            <pc:sldMk cId="2269967663" sldId="269"/>
            <ac:spMk id="8" creationId="{2C448893-AD19-23EB-730E-FA99233B57E0}"/>
          </ac:spMkLst>
        </pc:spChg>
      </pc:sldChg>
      <pc:sldChg chg="addSp modSp new mod">
        <pc:chgData name="Sameeksha Rai" userId="107fb7a78774dcf2" providerId="LiveId" clId="{09F1B98F-6B57-45A3-A98C-C86691217441}" dt="2025-05-25T08:48:10.145" v="742" actId="113"/>
        <pc:sldMkLst>
          <pc:docMk/>
          <pc:sldMk cId="559717053" sldId="270"/>
        </pc:sldMkLst>
        <pc:spChg chg="mod">
          <ac:chgData name="Sameeksha Rai" userId="107fb7a78774dcf2" providerId="LiveId" clId="{09F1B98F-6B57-45A3-A98C-C86691217441}" dt="2025-05-25T08:48:10.145" v="742" actId="113"/>
          <ac:spMkLst>
            <pc:docMk/>
            <pc:sldMk cId="559717053" sldId="270"/>
            <ac:spMk id="2" creationId="{87F98944-C432-B6B5-440D-6B37678488F9}"/>
          </ac:spMkLst>
        </pc:spChg>
        <pc:spChg chg="mod">
          <ac:chgData name="Sameeksha Rai" userId="107fb7a78774dcf2" providerId="LiveId" clId="{09F1B98F-6B57-45A3-A98C-C86691217441}" dt="2025-05-25T08:17:40.377" v="515" actId="14100"/>
          <ac:spMkLst>
            <pc:docMk/>
            <pc:sldMk cId="559717053" sldId="270"/>
            <ac:spMk id="3" creationId="{30F434A8-5D57-7B52-C498-6430338AF909}"/>
          </ac:spMkLst>
        </pc:spChg>
        <pc:picChg chg="add mod">
          <ac:chgData name="Sameeksha Rai" userId="107fb7a78774dcf2" providerId="LiveId" clId="{09F1B98F-6B57-45A3-A98C-C86691217441}" dt="2025-05-25T07:25:51.055" v="181"/>
          <ac:picMkLst>
            <pc:docMk/>
            <pc:sldMk cId="559717053" sldId="270"/>
            <ac:picMk id="6" creationId="{7F881798-940B-BD3D-D110-2C58F79BC6FC}"/>
          </ac:picMkLst>
        </pc:picChg>
      </pc:sldChg>
      <pc:sldChg chg="addSp modSp new mod">
        <pc:chgData name="Sameeksha Rai" userId="107fb7a78774dcf2" providerId="LiveId" clId="{09F1B98F-6B57-45A3-A98C-C86691217441}" dt="2025-05-25T09:46:09.578" v="909" actId="113"/>
        <pc:sldMkLst>
          <pc:docMk/>
          <pc:sldMk cId="1882402032" sldId="271"/>
        </pc:sldMkLst>
        <pc:spChg chg="mod">
          <ac:chgData name="Sameeksha Rai" userId="107fb7a78774dcf2" providerId="LiveId" clId="{09F1B98F-6B57-45A3-A98C-C86691217441}" dt="2025-05-25T09:46:09.578" v="909" actId="113"/>
          <ac:spMkLst>
            <pc:docMk/>
            <pc:sldMk cId="1882402032" sldId="271"/>
            <ac:spMk id="2" creationId="{039A886C-7CE5-B8E4-9920-D4C0F8C32EF7}"/>
          </ac:spMkLst>
        </pc:spChg>
        <pc:spChg chg="mod">
          <ac:chgData name="Sameeksha Rai" userId="107fb7a78774dcf2" providerId="LiveId" clId="{09F1B98F-6B57-45A3-A98C-C86691217441}" dt="2025-05-25T09:45:26.543" v="899" actId="255"/>
          <ac:spMkLst>
            <pc:docMk/>
            <pc:sldMk cId="1882402032" sldId="271"/>
            <ac:spMk id="3" creationId="{C30EDB04-DB4B-45CE-5512-B69217EE276E}"/>
          </ac:spMkLst>
        </pc:spChg>
        <pc:picChg chg="add mod">
          <ac:chgData name="Sameeksha Rai" userId="107fb7a78774dcf2" providerId="LiveId" clId="{09F1B98F-6B57-45A3-A98C-C86691217441}" dt="2025-05-25T08:39:02.630" v="665" actId="14100"/>
          <ac:picMkLst>
            <pc:docMk/>
            <pc:sldMk cId="1882402032" sldId="271"/>
            <ac:picMk id="6" creationId="{40003A5A-D098-D598-16EB-14FD7EC6CFDC}"/>
          </ac:picMkLst>
        </pc:picChg>
      </pc:sldChg>
      <pc:sldChg chg="addSp modSp new mod">
        <pc:chgData name="Sameeksha Rai" userId="107fb7a78774dcf2" providerId="LiveId" clId="{09F1B98F-6B57-45A3-A98C-C86691217441}" dt="2025-05-25T09:45:58.380" v="905" actId="20577"/>
        <pc:sldMkLst>
          <pc:docMk/>
          <pc:sldMk cId="956976525" sldId="272"/>
        </pc:sldMkLst>
        <pc:spChg chg="mod">
          <ac:chgData name="Sameeksha Rai" userId="107fb7a78774dcf2" providerId="LiveId" clId="{09F1B98F-6B57-45A3-A98C-C86691217441}" dt="2025-05-25T09:45:58.380" v="905" actId="20577"/>
          <ac:spMkLst>
            <pc:docMk/>
            <pc:sldMk cId="956976525" sldId="272"/>
            <ac:spMk id="2" creationId="{69C65D33-79AF-957B-3EE2-F8E07168BBCA}"/>
          </ac:spMkLst>
        </pc:spChg>
        <pc:spChg chg="mod">
          <ac:chgData name="Sameeksha Rai" userId="107fb7a78774dcf2" providerId="LiveId" clId="{09F1B98F-6B57-45A3-A98C-C86691217441}" dt="2025-05-25T09:27:07.046" v="745" actId="27636"/>
          <ac:spMkLst>
            <pc:docMk/>
            <pc:sldMk cId="956976525" sldId="272"/>
            <ac:spMk id="3" creationId="{D45D46B5-27D5-C20F-D2B3-810160DF0CCC}"/>
          </ac:spMkLst>
        </pc:spChg>
        <pc:picChg chg="add mod">
          <ac:chgData name="Sameeksha Rai" userId="107fb7a78774dcf2" providerId="LiveId" clId="{09F1B98F-6B57-45A3-A98C-C86691217441}" dt="2025-05-25T08:38:32.212" v="660"/>
          <ac:picMkLst>
            <pc:docMk/>
            <pc:sldMk cId="956976525" sldId="272"/>
            <ac:picMk id="6" creationId="{9D87E4FD-32DC-C4A6-7819-1E25C8ED1278}"/>
          </ac:picMkLst>
        </pc:picChg>
      </pc:sldChg>
      <pc:sldChg chg="addSp delSp modSp new mod">
        <pc:chgData name="Sameeksha Rai" userId="107fb7a78774dcf2" providerId="LiveId" clId="{09F1B98F-6B57-45A3-A98C-C86691217441}" dt="2025-05-25T09:45:53.199" v="902" actId="20577"/>
        <pc:sldMkLst>
          <pc:docMk/>
          <pc:sldMk cId="1703812125" sldId="273"/>
        </pc:sldMkLst>
        <pc:spChg chg="mod">
          <ac:chgData name="Sameeksha Rai" userId="107fb7a78774dcf2" providerId="LiveId" clId="{09F1B98F-6B57-45A3-A98C-C86691217441}" dt="2025-05-25T09:45:53.199" v="902" actId="20577"/>
          <ac:spMkLst>
            <pc:docMk/>
            <pc:sldMk cId="1703812125" sldId="273"/>
            <ac:spMk id="2" creationId="{BE8C0777-AB4F-9788-1261-F151255BE6EF}"/>
          </ac:spMkLst>
        </pc:spChg>
        <pc:spChg chg="del mod">
          <ac:chgData name="Sameeksha Rai" userId="107fb7a78774dcf2" providerId="LiveId" clId="{09F1B98F-6B57-45A3-A98C-C86691217441}" dt="2025-05-25T09:34:22.106" v="747"/>
          <ac:spMkLst>
            <pc:docMk/>
            <pc:sldMk cId="1703812125" sldId="273"/>
            <ac:spMk id="3" creationId="{A67E010A-1181-AEB9-3F2D-3606359E4AD7}"/>
          </ac:spMkLst>
        </pc:spChg>
        <pc:spChg chg="add mod">
          <ac:chgData name="Sameeksha Rai" userId="107fb7a78774dcf2" providerId="LiveId" clId="{09F1B98F-6B57-45A3-A98C-C86691217441}" dt="2025-05-25T09:36:09.126" v="786" actId="2710"/>
          <ac:spMkLst>
            <pc:docMk/>
            <pc:sldMk cId="1703812125" sldId="273"/>
            <ac:spMk id="7" creationId="{BA5B9EDD-B57E-E496-FD3C-5D11435CBD9A}"/>
          </ac:spMkLst>
        </pc:spChg>
        <pc:picChg chg="add mod">
          <ac:chgData name="Sameeksha Rai" userId="107fb7a78774dcf2" providerId="LiveId" clId="{09F1B98F-6B57-45A3-A98C-C86691217441}" dt="2025-05-25T08:38:01.957" v="658"/>
          <ac:picMkLst>
            <pc:docMk/>
            <pc:sldMk cId="1703812125" sldId="273"/>
            <ac:picMk id="6" creationId="{A26DEFDB-F6D9-47A9-779C-0D873D1159BD}"/>
          </ac:picMkLst>
        </pc:picChg>
      </pc:sldChg>
      <pc:sldChg chg="addSp modSp new mod">
        <pc:chgData name="Sameeksha Rai" userId="107fb7a78774dcf2" providerId="LiveId" clId="{09F1B98F-6B57-45A3-A98C-C86691217441}" dt="2025-05-25T08:17:53.872" v="518" actId="20577"/>
        <pc:sldMkLst>
          <pc:docMk/>
          <pc:sldMk cId="743554467" sldId="274"/>
        </pc:sldMkLst>
        <pc:spChg chg="mod">
          <ac:chgData name="Sameeksha Rai" userId="107fb7a78774dcf2" providerId="LiveId" clId="{09F1B98F-6B57-45A3-A98C-C86691217441}" dt="2025-05-25T08:17:53.872" v="518" actId="20577"/>
          <ac:spMkLst>
            <pc:docMk/>
            <pc:sldMk cId="743554467" sldId="274"/>
            <ac:spMk id="2" creationId="{577FFDDB-7F4B-5DCB-669B-8CB6024F6786}"/>
          </ac:spMkLst>
        </pc:spChg>
        <pc:spChg chg="mod">
          <ac:chgData name="Sameeksha Rai" userId="107fb7a78774dcf2" providerId="LiveId" clId="{09F1B98F-6B57-45A3-A98C-C86691217441}" dt="2025-05-25T07:36:14.343" v="272" actId="20577"/>
          <ac:spMkLst>
            <pc:docMk/>
            <pc:sldMk cId="743554467" sldId="274"/>
            <ac:spMk id="3" creationId="{20D66478-0123-7EDB-F307-EDE3DE90A119}"/>
          </ac:spMkLst>
        </pc:spChg>
        <pc:picChg chg="add mod">
          <ac:chgData name="Sameeksha Rai" userId="107fb7a78774dcf2" providerId="LiveId" clId="{09F1B98F-6B57-45A3-A98C-C86691217441}" dt="2025-05-25T07:35:52.599" v="268" actId="1076"/>
          <ac:picMkLst>
            <pc:docMk/>
            <pc:sldMk cId="743554467" sldId="274"/>
            <ac:picMk id="6" creationId="{CB9AC672-B203-B20E-65DF-9AB550D3755B}"/>
          </ac:picMkLst>
        </pc:picChg>
      </pc:sldChg>
      <pc:sldChg chg="addSp modSp new mod">
        <pc:chgData name="Sameeksha Rai" userId="107fb7a78774dcf2" providerId="LiveId" clId="{09F1B98F-6B57-45A3-A98C-C86691217441}" dt="2025-05-25T08:19:12.607" v="521" actId="403"/>
        <pc:sldMkLst>
          <pc:docMk/>
          <pc:sldMk cId="2976206886" sldId="275"/>
        </pc:sldMkLst>
        <pc:spChg chg="mod">
          <ac:chgData name="Sameeksha Rai" userId="107fb7a78774dcf2" providerId="LiveId" clId="{09F1B98F-6B57-45A3-A98C-C86691217441}" dt="2025-05-25T08:19:12.607" v="521" actId="403"/>
          <ac:spMkLst>
            <pc:docMk/>
            <pc:sldMk cId="2976206886" sldId="275"/>
            <ac:spMk id="2" creationId="{A81D1F81-F78A-1BF9-A514-A3BAA795FE40}"/>
          </ac:spMkLst>
        </pc:spChg>
        <pc:spChg chg="mod">
          <ac:chgData name="Sameeksha Rai" userId="107fb7a78774dcf2" providerId="LiveId" clId="{09F1B98F-6B57-45A3-A98C-C86691217441}" dt="2025-05-25T07:39:32.315" v="283" actId="2710"/>
          <ac:spMkLst>
            <pc:docMk/>
            <pc:sldMk cId="2976206886" sldId="275"/>
            <ac:spMk id="3" creationId="{603B5878-607F-6F2C-541D-24B346F490D9}"/>
          </ac:spMkLst>
        </pc:spChg>
        <pc:picChg chg="add mod">
          <ac:chgData name="Sameeksha Rai" userId="107fb7a78774dcf2" providerId="LiveId" clId="{09F1B98F-6B57-45A3-A98C-C86691217441}" dt="2025-05-25T07:39:54.889" v="284"/>
          <ac:picMkLst>
            <pc:docMk/>
            <pc:sldMk cId="2976206886" sldId="275"/>
            <ac:picMk id="6" creationId="{32BE0B68-BA9D-6AD9-C1CE-C46675306F03}"/>
          </ac:picMkLst>
        </pc:picChg>
      </pc:sldChg>
      <pc:sldChg chg="addSp delSp modSp new mod">
        <pc:chgData name="Sameeksha Rai" userId="107fb7a78774dcf2" providerId="LiveId" clId="{09F1B98F-6B57-45A3-A98C-C86691217441}" dt="2025-05-25T08:23:48.950" v="562" actId="404"/>
        <pc:sldMkLst>
          <pc:docMk/>
          <pc:sldMk cId="3693034789" sldId="276"/>
        </pc:sldMkLst>
        <pc:spChg chg="mod">
          <ac:chgData name="Sameeksha Rai" userId="107fb7a78774dcf2" providerId="LiveId" clId="{09F1B98F-6B57-45A3-A98C-C86691217441}" dt="2025-05-25T08:23:48.950" v="562" actId="404"/>
          <ac:spMkLst>
            <pc:docMk/>
            <pc:sldMk cId="3693034789" sldId="276"/>
            <ac:spMk id="2" creationId="{E418E254-4AF1-D43B-F695-A2D8531EAAB1}"/>
          </ac:spMkLst>
        </pc:spChg>
        <pc:spChg chg="del mod">
          <ac:chgData name="Sameeksha Rai" userId="107fb7a78774dcf2" providerId="LiveId" clId="{09F1B98F-6B57-45A3-A98C-C86691217441}" dt="2025-05-25T07:52:58.787" v="376" actId="931"/>
          <ac:spMkLst>
            <pc:docMk/>
            <pc:sldMk cId="3693034789" sldId="276"/>
            <ac:spMk id="3" creationId="{694B309A-1691-C984-AB28-84BC5C17C4F3}"/>
          </ac:spMkLst>
        </pc:spChg>
        <pc:spChg chg="add mod">
          <ac:chgData name="Sameeksha Rai" userId="107fb7a78774dcf2" providerId="LiveId" clId="{09F1B98F-6B57-45A3-A98C-C86691217441}" dt="2025-05-25T08:09:16.380" v="507" actId="113"/>
          <ac:spMkLst>
            <pc:docMk/>
            <pc:sldMk cId="3693034789" sldId="276"/>
            <ac:spMk id="9" creationId="{84E6BBA4-378C-4095-FB5B-A88402AE45C4}"/>
          </ac:spMkLst>
        </pc:spChg>
        <pc:picChg chg="add mod">
          <ac:chgData name="Sameeksha Rai" userId="107fb7a78774dcf2" providerId="LiveId" clId="{09F1B98F-6B57-45A3-A98C-C86691217441}" dt="2025-05-25T08:23:40.537" v="559" actId="1076"/>
          <ac:picMkLst>
            <pc:docMk/>
            <pc:sldMk cId="3693034789" sldId="276"/>
            <ac:picMk id="7" creationId="{35694C17-4FE3-A576-D173-F195A80A49CC}"/>
          </ac:picMkLst>
        </pc:picChg>
        <pc:picChg chg="add mod">
          <ac:chgData name="Sameeksha Rai" userId="107fb7a78774dcf2" providerId="LiveId" clId="{09F1B98F-6B57-45A3-A98C-C86691217441}" dt="2025-05-25T07:56:00.580" v="443"/>
          <ac:picMkLst>
            <pc:docMk/>
            <pc:sldMk cId="3693034789" sldId="276"/>
            <ac:picMk id="10" creationId="{3A7A91D1-57EA-AC74-75E9-4EB55991997A}"/>
          </ac:picMkLst>
        </pc:picChg>
      </pc:sldChg>
      <pc:sldChg chg="addSp delSp modSp new mod">
        <pc:chgData name="Sameeksha Rai" userId="107fb7a78774dcf2" providerId="LiveId" clId="{09F1B98F-6B57-45A3-A98C-C86691217441}" dt="2025-05-25T08:23:56.877" v="563" actId="404"/>
        <pc:sldMkLst>
          <pc:docMk/>
          <pc:sldMk cId="2812311669" sldId="277"/>
        </pc:sldMkLst>
        <pc:spChg chg="mod">
          <ac:chgData name="Sameeksha Rai" userId="107fb7a78774dcf2" providerId="LiveId" clId="{09F1B98F-6B57-45A3-A98C-C86691217441}" dt="2025-05-25T08:23:56.877" v="563" actId="404"/>
          <ac:spMkLst>
            <pc:docMk/>
            <pc:sldMk cId="2812311669" sldId="277"/>
            <ac:spMk id="2" creationId="{48BEB27E-38A7-F101-D6AC-6CBE4584443F}"/>
          </ac:spMkLst>
        </pc:spChg>
        <pc:spChg chg="del">
          <ac:chgData name="Sameeksha Rai" userId="107fb7a78774dcf2" providerId="LiveId" clId="{09F1B98F-6B57-45A3-A98C-C86691217441}" dt="2025-05-25T07:59:23.053" v="445"/>
          <ac:spMkLst>
            <pc:docMk/>
            <pc:sldMk cId="2812311669" sldId="277"/>
            <ac:spMk id="3" creationId="{6F217929-E889-E606-4170-105C7CC2C4AB}"/>
          </ac:spMkLst>
        </pc:spChg>
        <pc:spChg chg="add mod">
          <ac:chgData name="Sameeksha Rai" userId="107fb7a78774dcf2" providerId="LiveId" clId="{09F1B98F-6B57-45A3-A98C-C86691217441}" dt="2025-05-25T08:01:49.774" v="471" actId="20577"/>
          <ac:spMkLst>
            <pc:docMk/>
            <pc:sldMk cId="2812311669" sldId="277"/>
            <ac:spMk id="6" creationId="{54178078-A457-BCDC-BD18-CB330C2AE111}"/>
          </ac:spMkLst>
        </pc:spChg>
        <pc:picChg chg="add mod">
          <ac:chgData name="Sameeksha Rai" userId="107fb7a78774dcf2" providerId="LiveId" clId="{09F1B98F-6B57-45A3-A98C-C86691217441}" dt="2025-05-25T08:03:10.163" v="472"/>
          <ac:picMkLst>
            <pc:docMk/>
            <pc:sldMk cId="2812311669" sldId="277"/>
            <ac:picMk id="7" creationId="{EEEFD2B7-2F92-8CA6-4ABF-0ADE1418C378}"/>
          </ac:picMkLst>
        </pc:picChg>
      </pc:sldChg>
      <pc:sldChg chg="addSp delSp modSp new mod">
        <pc:chgData name="Sameeksha Rai" userId="107fb7a78774dcf2" providerId="LiveId" clId="{09F1B98F-6B57-45A3-A98C-C86691217441}" dt="2025-05-25T08:28:44.637" v="602"/>
        <pc:sldMkLst>
          <pc:docMk/>
          <pc:sldMk cId="3678861989" sldId="278"/>
        </pc:sldMkLst>
        <pc:spChg chg="mod">
          <ac:chgData name="Sameeksha Rai" userId="107fb7a78774dcf2" providerId="LiveId" clId="{09F1B98F-6B57-45A3-A98C-C86691217441}" dt="2025-05-25T08:24:19.285" v="564" actId="404"/>
          <ac:spMkLst>
            <pc:docMk/>
            <pc:sldMk cId="3678861989" sldId="278"/>
            <ac:spMk id="2" creationId="{95E6DB31-7ACF-10AF-7E11-E55B7412AC4C}"/>
          </ac:spMkLst>
        </pc:spChg>
        <pc:spChg chg="del mod">
          <ac:chgData name="Sameeksha Rai" userId="107fb7a78774dcf2" providerId="LiveId" clId="{09F1B98F-6B57-45A3-A98C-C86691217441}" dt="2025-05-25T08:05:57.099" v="479" actId="931"/>
          <ac:spMkLst>
            <pc:docMk/>
            <pc:sldMk cId="3678861989" sldId="278"/>
            <ac:spMk id="3" creationId="{E836EEA3-4EC6-56D1-8F2A-6CC5C6E7B843}"/>
          </ac:spMkLst>
        </pc:spChg>
        <pc:spChg chg="add mod">
          <ac:chgData name="Sameeksha Rai" userId="107fb7a78774dcf2" providerId="LiveId" clId="{09F1B98F-6B57-45A3-A98C-C86691217441}" dt="2025-05-25T08:09:05.476" v="506" actId="20577"/>
          <ac:spMkLst>
            <pc:docMk/>
            <pc:sldMk cId="3678861989" sldId="278"/>
            <ac:spMk id="9" creationId="{20B6D528-B29D-3FBA-B94E-ABCE9E3807BE}"/>
          </ac:spMkLst>
        </pc:spChg>
        <pc:picChg chg="add mod">
          <ac:chgData name="Sameeksha Rai" userId="107fb7a78774dcf2" providerId="LiveId" clId="{09F1B98F-6B57-45A3-A98C-C86691217441}" dt="2025-05-25T08:08:42.297" v="499" actId="14100"/>
          <ac:picMkLst>
            <pc:docMk/>
            <pc:sldMk cId="3678861989" sldId="278"/>
            <ac:picMk id="7" creationId="{A1B6A474-47EA-F782-FE1C-DEE911E5A58A}"/>
          </ac:picMkLst>
        </pc:picChg>
        <pc:picChg chg="add mod">
          <ac:chgData name="Sameeksha Rai" userId="107fb7a78774dcf2" providerId="LiveId" clId="{09F1B98F-6B57-45A3-A98C-C86691217441}" dt="2025-05-25T08:28:44.637" v="602"/>
          <ac:picMkLst>
            <pc:docMk/>
            <pc:sldMk cId="3678861989" sldId="278"/>
            <ac:picMk id="10" creationId="{673643F6-74D2-B7D9-8927-AB96A8F35D44}"/>
          </ac:picMkLst>
        </pc:picChg>
      </pc:sldChg>
      <pc:sldChg chg="addSp modSp new mod">
        <pc:chgData name="Sameeksha Rai" userId="107fb7a78774dcf2" providerId="LiveId" clId="{09F1B98F-6B57-45A3-A98C-C86691217441}" dt="2025-05-25T08:22:57.554" v="555"/>
        <pc:sldMkLst>
          <pc:docMk/>
          <pc:sldMk cId="3465340613" sldId="279"/>
        </pc:sldMkLst>
        <pc:spChg chg="mod">
          <ac:chgData name="Sameeksha Rai" userId="107fb7a78774dcf2" providerId="LiveId" clId="{09F1B98F-6B57-45A3-A98C-C86691217441}" dt="2025-05-25T08:22:13.163" v="552" actId="122"/>
          <ac:spMkLst>
            <pc:docMk/>
            <pc:sldMk cId="3465340613" sldId="279"/>
            <ac:spMk id="2" creationId="{7CB0C8BF-1279-5BC7-6AC5-BB7BBFB1C0D2}"/>
          </ac:spMkLst>
        </pc:spChg>
        <pc:spChg chg="mod">
          <ac:chgData name="Sameeksha Rai" userId="107fb7a78774dcf2" providerId="LiveId" clId="{09F1B98F-6B57-45A3-A98C-C86691217441}" dt="2025-05-25T08:22:42.650" v="554" actId="5793"/>
          <ac:spMkLst>
            <pc:docMk/>
            <pc:sldMk cId="3465340613" sldId="279"/>
            <ac:spMk id="3" creationId="{C3100869-0EBB-618E-A88E-322650F64286}"/>
          </ac:spMkLst>
        </pc:spChg>
        <pc:picChg chg="add mod">
          <ac:chgData name="Sameeksha Rai" userId="107fb7a78774dcf2" providerId="LiveId" clId="{09F1B98F-6B57-45A3-A98C-C86691217441}" dt="2025-05-25T08:22:57.554" v="555"/>
          <ac:picMkLst>
            <pc:docMk/>
            <pc:sldMk cId="3465340613" sldId="279"/>
            <ac:picMk id="6" creationId="{514B54D5-B2DC-9C3B-7866-D851E70C9D60}"/>
          </ac:picMkLst>
        </pc:picChg>
      </pc:sldChg>
      <pc:sldChg chg="addSp modSp new mod">
        <pc:chgData name="Sameeksha Rai" userId="107fb7a78774dcf2" providerId="LiveId" clId="{09F1B98F-6B57-45A3-A98C-C86691217441}" dt="2025-05-25T08:46:53.930" v="741" actId="255"/>
        <pc:sldMkLst>
          <pc:docMk/>
          <pc:sldMk cId="1780994617" sldId="280"/>
        </pc:sldMkLst>
        <pc:spChg chg="mod">
          <ac:chgData name="Sameeksha Rai" userId="107fb7a78774dcf2" providerId="LiveId" clId="{09F1B98F-6B57-45A3-A98C-C86691217441}" dt="2025-05-25T08:42:26.542" v="681" actId="122"/>
          <ac:spMkLst>
            <pc:docMk/>
            <pc:sldMk cId="1780994617" sldId="280"/>
            <ac:spMk id="2" creationId="{42CF4783-B352-E81C-B777-CF8C822150D1}"/>
          </ac:spMkLst>
        </pc:spChg>
        <pc:spChg chg="mod">
          <ac:chgData name="Sameeksha Rai" userId="107fb7a78774dcf2" providerId="LiveId" clId="{09F1B98F-6B57-45A3-A98C-C86691217441}" dt="2025-05-25T08:46:53.930" v="741" actId="255"/>
          <ac:spMkLst>
            <pc:docMk/>
            <pc:sldMk cId="1780994617" sldId="280"/>
            <ac:spMk id="3" creationId="{C6FB3305-538A-7766-372D-6E8D96CC8F93}"/>
          </ac:spMkLst>
        </pc:spChg>
        <pc:picChg chg="add mod">
          <ac:chgData name="Sameeksha Rai" userId="107fb7a78774dcf2" providerId="LiveId" clId="{09F1B98F-6B57-45A3-A98C-C86691217441}" dt="2025-05-25T08:46:40.221" v="738"/>
          <ac:picMkLst>
            <pc:docMk/>
            <pc:sldMk cId="1780994617" sldId="280"/>
            <ac:picMk id="6" creationId="{CBD821DB-3BB9-377E-655E-B407BD16024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B7A4-A250-48AB-AD1B-3F021E11B980}" type="datetimeFigureOut">
              <a:rPr lang="en-IN" smtClean="0"/>
              <a:t>25-05-2025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72B101-8D9A-4CB0-9CA9-D8CB0C9CBFF0}" type="slidenum">
              <a:rPr lang="en-IN" smtClean="0"/>
              <a:t>‹#›</a:t>
            </a:fld>
            <a:endParaRPr lang="en-IN"/>
          </a:p>
        </p:txBody>
      </p:sp>
    </p:spTree>
    <p:extLst>
      <p:ext uri="{BB962C8B-B14F-4D97-AF65-F5344CB8AC3E}">
        <p14:creationId xmlns:p14="http://schemas.microsoft.com/office/powerpoint/2010/main" val="4287553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09056-3DB0-1D6B-ED4A-59964F8E02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65021F-0D7A-AAE8-5511-EDE222D06D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18299F-7AC6-C4A1-4989-93627C05197F}"/>
              </a:ext>
            </a:extLst>
          </p:cNvPr>
          <p:cNvSpPr>
            <a:spLocks noGrp="1"/>
          </p:cNvSpPr>
          <p:nvPr>
            <p:ph type="dt" sz="half" idx="10"/>
          </p:nvPr>
        </p:nvSpPr>
        <p:spPr/>
        <p:txBody>
          <a:bodyPr/>
          <a:lstStyle/>
          <a:p>
            <a:fld id="{5BF644A5-AB51-49FF-AA32-3FB6BBD35E0E}" type="datetime1">
              <a:rPr lang="en-IN" smtClean="0"/>
              <a:t>25-05-2025</a:t>
            </a:fld>
            <a:endParaRPr lang="en-IN"/>
          </a:p>
        </p:txBody>
      </p:sp>
      <p:sp>
        <p:nvSpPr>
          <p:cNvPr id="5" name="Footer Placeholder 4">
            <a:extLst>
              <a:ext uri="{FF2B5EF4-FFF2-40B4-BE49-F238E27FC236}">
                <a16:creationId xmlns:a16="http://schemas.microsoft.com/office/drawing/2014/main" id="{4FD45ECC-7180-5895-08EF-0B3F11445A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05A476-0DAD-3C39-97E5-97092701BC19}"/>
              </a:ext>
            </a:extLst>
          </p:cNvPr>
          <p:cNvSpPr>
            <a:spLocks noGrp="1"/>
          </p:cNvSpPr>
          <p:nvPr>
            <p:ph type="sldNum" sz="quarter" idx="12"/>
          </p:nvPr>
        </p:nvSpPr>
        <p:spPr/>
        <p:txBody>
          <a:bodyPr/>
          <a:lstStyle/>
          <a:p>
            <a:fld id="{C68A5BF6-CC08-43EB-88E5-4A57D53E60A8}" type="slidenum">
              <a:rPr lang="en-IN" smtClean="0"/>
              <a:t>‹#›</a:t>
            </a:fld>
            <a:endParaRPr lang="en-IN"/>
          </a:p>
        </p:txBody>
      </p:sp>
    </p:spTree>
    <p:extLst>
      <p:ext uri="{BB962C8B-B14F-4D97-AF65-F5344CB8AC3E}">
        <p14:creationId xmlns:p14="http://schemas.microsoft.com/office/powerpoint/2010/main" val="700524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59BBA-62BD-9B26-B1B4-A00AD2ED81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A7AB3D-CABD-FF22-44F6-EA28BE9AA4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44F9A5-4997-71DE-75AE-3424A2BD977D}"/>
              </a:ext>
            </a:extLst>
          </p:cNvPr>
          <p:cNvSpPr>
            <a:spLocks noGrp="1"/>
          </p:cNvSpPr>
          <p:nvPr>
            <p:ph type="dt" sz="half" idx="10"/>
          </p:nvPr>
        </p:nvSpPr>
        <p:spPr/>
        <p:txBody>
          <a:bodyPr/>
          <a:lstStyle/>
          <a:p>
            <a:fld id="{E6D7F0AD-2A29-47B2-B235-D04D796AAEE0}" type="datetime1">
              <a:rPr lang="en-IN" smtClean="0"/>
              <a:t>25-05-2025</a:t>
            </a:fld>
            <a:endParaRPr lang="en-IN"/>
          </a:p>
        </p:txBody>
      </p:sp>
      <p:sp>
        <p:nvSpPr>
          <p:cNvPr id="5" name="Footer Placeholder 4">
            <a:extLst>
              <a:ext uri="{FF2B5EF4-FFF2-40B4-BE49-F238E27FC236}">
                <a16:creationId xmlns:a16="http://schemas.microsoft.com/office/drawing/2014/main" id="{4AA32BE1-79E0-BD3E-E74E-4451EDB997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F023E4-6266-3A6D-74B9-4C00581B93D7}"/>
              </a:ext>
            </a:extLst>
          </p:cNvPr>
          <p:cNvSpPr>
            <a:spLocks noGrp="1"/>
          </p:cNvSpPr>
          <p:nvPr>
            <p:ph type="sldNum" sz="quarter" idx="12"/>
          </p:nvPr>
        </p:nvSpPr>
        <p:spPr/>
        <p:txBody>
          <a:bodyPr/>
          <a:lstStyle/>
          <a:p>
            <a:fld id="{C68A5BF6-CC08-43EB-88E5-4A57D53E60A8}" type="slidenum">
              <a:rPr lang="en-IN" smtClean="0"/>
              <a:t>‹#›</a:t>
            </a:fld>
            <a:endParaRPr lang="en-IN"/>
          </a:p>
        </p:txBody>
      </p:sp>
    </p:spTree>
    <p:extLst>
      <p:ext uri="{BB962C8B-B14F-4D97-AF65-F5344CB8AC3E}">
        <p14:creationId xmlns:p14="http://schemas.microsoft.com/office/powerpoint/2010/main" val="3250897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05A97-9C0F-30CD-C7FB-9248E4A5F8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319EDA-3C62-4425-6498-CA860DCD0A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D23382-C816-3332-6411-CD07C6ACC8E3}"/>
              </a:ext>
            </a:extLst>
          </p:cNvPr>
          <p:cNvSpPr>
            <a:spLocks noGrp="1"/>
          </p:cNvSpPr>
          <p:nvPr>
            <p:ph type="dt" sz="half" idx="10"/>
          </p:nvPr>
        </p:nvSpPr>
        <p:spPr/>
        <p:txBody>
          <a:bodyPr/>
          <a:lstStyle/>
          <a:p>
            <a:fld id="{22B854E4-9BD3-4477-BFAC-A65361CE2B50}" type="datetime1">
              <a:rPr lang="en-IN" smtClean="0"/>
              <a:t>25-05-2025</a:t>
            </a:fld>
            <a:endParaRPr lang="en-IN"/>
          </a:p>
        </p:txBody>
      </p:sp>
      <p:sp>
        <p:nvSpPr>
          <p:cNvPr id="5" name="Footer Placeholder 4">
            <a:extLst>
              <a:ext uri="{FF2B5EF4-FFF2-40B4-BE49-F238E27FC236}">
                <a16:creationId xmlns:a16="http://schemas.microsoft.com/office/drawing/2014/main" id="{C1E22AD1-109A-CA69-305F-BE6B23E748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55E1AB-A815-2F08-223F-493D9D178E50}"/>
              </a:ext>
            </a:extLst>
          </p:cNvPr>
          <p:cNvSpPr>
            <a:spLocks noGrp="1"/>
          </p:cNvSpPr>
          <p:nvPr>
            <p:ph type="sldNum" sz="quarter" idx="12"/>
          </p:nvPr>
        </p:nvSpPr>
        <p:spPr/>
        <p:txBody>
          <a:bodyPr/>
          <a:lstStyle/>
          <a:p>
            <a:fld id="{C68A5BF6-CC08-43EB-88E5-4A57D53E60A8}" type="slidenum">
              <a:rPr lang="en-IN" smtClean="0"/>
              <a:t>‹#›</a:t>
            </a:fld>
            <a:endParaRPr lang="en-IN"/>
          </a:p>
        </p:txBody>
      </p:sp>
    </p:spTree>
    <p:extLst>
      <p:ext uri="{BB962C8B-B14F-4D97-AF65-F5344CB8AC3E}">
        <p14:creationId xmlns:p14="http://schemas.microsoft.com/office/powerpoint/2010/main" val="2345824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6252B-0F3B-F0B8-7969-3333DDD323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778707-7D30-6543-21BD-63EF58F8F7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1F8E6B-86FD-74FA-7C76-DA8C17E06B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AD480A3-C303-7FEB-7F46-BD68229BBBDA}"/>
              </a:ext>
            </a:extLst>
          </p:cNvPr>
          <p:cNvSpPr>
            <a:spLocks noGrp="1"/>
          </p:cNvSpPr>
          <p:nvPr>
            <p:ph type="dt" sz="half" idx="10"/>
          </p:nvPr>
        </p:nvSpPr>
        <p:spPr/>
        <p:txBody>
          <a:bodyPr/>
          <a:lstStyle/>
          <a:p>
            <a:fld id="{6280D374-3ACF-42FD-AC4B-B2D59BB226C1}" type="datetime1">
              <a:rPr lang="en-IN" smtClean="0"/>
              <a:t>25-05-2025</a:t>
            </a:fld>
            <a:endParaRPr lang="en-IN"/>
          </a:p>
        </p:txBody>
      </p:sp>
      <p:sp>
        <p:nvSpPr>
          <p:cNvPr id="6" name="Footer Placeholder 5">
            <a:extLst>
              <a:ext uri="{FF2B5EF4-FFF2-40B4-BE49-F238E27FC236}">
                <a16:creationId xmlns:a16="http://schemas.microsoft.com/office/drawing/2014/main" id="{6B53E97B-D514-BA37-EFD5-C542DE9411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20A253-FB67-8CA2-B68C-1FD0319FCB18}"/>
              </a:ext>
            </a:extLst>
          </p:cNvPr>
          <p:cNvSpPr>
            <a:spLocks noGrp="1"/>
          </p:cNvSpPr>
          <p:nvPr>
            <p:ph type="sldNum" sz="quarter" idx="12"/>
          </p:nvPr>
        </p:nvSpPr>
        <p:spPr/>
        <p:txBody>
          <a:bodyPr/>
          <a:lstStyle/>
          <a:p>
            <a:fld id="{C68A5BF6-CC08-43EB-88E5-4A57D53E60A8}" type="slidenum">
              <a:rPr lang="en-IN" smtClean="0"/>
              <a:t>‹#›</a:t>
            </a:fld>
            <a:endParaRPr lang="en-IN"/>
          </a:p>
        </p:txBody>
      </p:sp>
    </p:spTree>
    <p:extLst>
      <p:ext uri="{BB962C8B-B14F-4D97-AF65-F5344CB8AC3E}">
        <p14:creationId xmlns:p14="http://schemas.microsoft.com/office/powerpoint/2010/main" val="1458154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12296-3A1F-44CF-C943-ECA4D3EED1C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9F51BB-8D72-9A98-179A-9BD650E59E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055AEC-5257-339D-86CE-7BA0E66726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2987D56-87B4-3801-0783-3CEC888B12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46E6EC-D7B4-5E6A-DB3C-2C9FF6052F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1AC64A7-D9EC-0FF1-D765-EDDD8B6641E8}"/>
              </a:ext>
            </a:extLst>
          </p:cNvPr>
          <p:cNvSpPr>
            <a:spLocks noGrp="1"/>
          </p:cNvSpPr>
          <p:nvPr>
            <p:ph type="dt" sz="half" idx="10"/>
          </p:nvPr>
        </p:nvSpPr>
        <p:spPr/>
        <p:txBody>
          <a:bodyPr/>
          <a:lstStyle/>
          <a:p>
            <a:fld id="{A134584A-0E1F-4C9C-9A33-DAAE99D1C16E}" type="datetime1">
              <a:rPr lang="en-IN" smtClean="0"/>
              <a:t>25-05-2025</a:t>
            </a:fld>
            <a:endParaRPr lang="en-IN"/>
          </a:p>
        </p:txBody>
      </p:sp>
      <p:sp>
        <p:nvSpPr>
          <p:cNvPr id="8" name="Footer Placeholder 7">
            <a:extLst>
              <a:ext uri="{FF2B5EF4-FFF2-40B4-BE49-F238E27FC236}">
                <a16:creationId xmlns:a16="http://schemas.microsoft.com/office/drawing/2014/main" id="{42609A6B-A411-980C-FE01-224A745B487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9320393-E9E5-B54B-8920-16143A892573}"/>
              </a:ext>
            </a:extLst>
          </p:cNvPr>
          <p:cNvSpPr>
            <a:spLocks noGrp="1"/>
          </p:cNvSpPr>
          <p:nvPr>
            <p:ph type="sldNum" sz="quarter" idx="12"/>
          </p:nvPr>
        </p:nvSpPr>
        <p:spPr/>
        <p:txBody>
          <a:bodyPr/>
          <a:lstStyle/>
          <a:p>
            <a:fld id="{C68A5BF6-CC08-43EB-88E5-4A57D53E60A8}" type="slidenum">
              <a:rPr lang="en-IN" smtClean="0"/>
              <a:t>‹#›</a:t>
            </a:fld>
            <a:endParaRPr lang="en-IN"/>
          </a:p>
        </p:txBody>
      </p:sp>
    </p:spTree>
    <p:extLst>
      <p:ext uri="{BB962C8B-B14F-4D97-AF65-F5344CB8AC3E}">
        <p14:creationId xmlns:p14="http://schemas.microsoft.com/office/powerpoint/2010/main" val="4104865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C1AC0-5EEE-8B2C-E9E4-86CB973EEA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328EB2-6DF4-AEFF-702D-426F114E01E6}"/>
              </a:ext>
            </a:extLst>
          </p:cNvPr>
          <p:cNvSpPr>
            <a:spLocks noGrp="1"/>
          </p:cNvSpPr>
          <p:nvPr>
            <p:ph type="dt" sz="half" idx="10"/>
          </p:nvPr>
        </p:nvSpPr>
        <p:spPr/>
        <p:txBody>
          <a:bodyPr/>
          <a:lstStyle/>
          <a:p>
            <a:fld id="{60B520A0-30C1-4E2F-9AA1-3B9F9E8CCBFC}" type="datetime1">
              <a:rPr lang="en-IN" smtClean="0"/>
              <a:t>25-05-2025</a:t>
            </a:fld>
            <a:endParaRPr lang="en-IN"/>
          </a:p>
        </p:txBody>
      </p:sp>
      <p:sp>
        <p:nvSpPr>
          <p:cNvPr id="4" name="Footer Placeholder 3">
            <a:extLst>
              <a:ext uri="{FF2B5EF4-FFF2-40B4-BE49-F238E27FC236}">
                <a16:creationId xmlns:a16="http://schemas.microsoft.com/office/drawing/2014/main" id="{4B9AC9E4-9577-4350-B27A-74ECFA6612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96483BC-9456-74E9-B7C2-4BE59419F07D}"/>
              </a:ext>
            </a:extLst>
          </p:cNvPr>
          <p:cNvSpPr>
            <a:spLocks noGrp="1"/>
          </p:cNvSpPr>
          <p:nvPr>
            <p:ph type="sldNum" sz="quarter" idx="12"/>
          </p:nvPr>
        </p:nvSpPr>
        <p:spPr/>
        <p:txBody>
          <a:bodyPr/>
          <a:lstStyle/>
          <a:p>
            <a:fld id="{C68A5BF6-CC08-43EB-88E5-4A57D53E60A8}" type="slidenum">
              <a:rPr lang="en-IN" smtClean="0"/>
              <a:t>‹#›</a:t>
            </a:fld>
            <a:endParaRPr lang="en-IN"/>
          </a:p>
        </p:txBody>
      </p:sp>
    </p:spTree>
    <p:extLst>
      <p:ext uri="{BB962C8B-B14F-4D97-AF65-F5344CB8AC3E}">
        <p14:creationId xmlns:p14="http://schemas.microsoft.com/office/powerpoint/2010/main" val="2840778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6A9042-7FC2-6236-0EBD-AEA318A4B60B}"/>
              </a:ext>
            </a:extLst>
          </p:cNvPr>
          <p:cNvSpPr>
            <a:spLocks noGrp="1"/>
          </p:cNvSpPr>
          <p:nvPr>
            <p:ph type="dt" sz="half" idx="10"/>
          </p:nvPr>
        </p:nvSpPr>
        <p:spPr/>
        <p:txBody>
          <a:bodyPr/>
          <a:lstStyle/>
          <a:p>
            <a:fld id="{CBC31301-3084-4093-8A37-D4B02F4BF51D}" type="datetime1">
              <a:rPr lang="en-IN" smtClean="0"/>
              <a:t>25-05-2025</a:t>
            </a:fld>
            <a:endParaRPr lang="en-IN"/>
          </a:p>
        </p:txBody>
      </p:sp>
      <p:sp>
        <p:nvSpPr>
          <p:cNvPr id="3" name="Footer Placeholder 2">
            <a:extLst>
              <a:ext uri="{FF2B5EF4-FFF2-40B4-BE49-F238E27FC236}">
                <a16:creationId xmlns:a16="http://schemas.microsoft.com/office/drawing/2014/main" id="{1A50F5DD-F301-53AF-A437-B48293127C8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3B4FB5-1C72-5963-2789-1D8C3A3FD7AA}"/>
              </a:ext>
            </a:extLst>
          </p:cNvPr>
          <p:cNvSpPr>
            <a:spLocks noGrp="1"/>
          </p:cNvSpPr>
          <p:nvPr>
            <p:ph type="sldNum" sz="quarter" idx="12"/>
          </p:nvPr>
        </p:nvSpPr>
        <p:spPr/>
        <p:txBody>
          <a:bodyPr/>
          <a:lstStyle/>
          <a:p>
            <a:fld id="{C68A5BF6-CC08-43EB-88E5-4A57D53E60A8}" type="slidenum">
              <a:rPr lang="en-IN" smtClean="0"/>
              <a:t>‹#›</a:t>
            </a:fld>
            <a:endParaRPr lang="en-IN"/>
          </a:p>
        </p:txBody>
      </p:sp>
    </p:spTree>
    <p:extLst>
      <p:ext uri="{BB962C8B-B14F-4D97-AF65-F5344CB8AC3E}">
        <p14:creationId xmlns:p14="http://schemas.microsoft.com/office/powerpoint/2010/main" val="419603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4562B-7508-3224-497E-B11E769198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B21ED7A-EDE4-6EB5-DB08-F8E56B919B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A774EAC-ADF7-E6A2-4ABE-A5987EA60A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94C6FB-1BED-3621-DF55-96EDFAF528FA}"/>
              </a:ext>
            </a:extLst>
          </p:cNvPr>
          <p:cNvSpPr>
            <a:spLocks noGrp="1"/>
          </p:cNvSpPr>
          <p:nvPr>
            <p:ph type="dt" sz="half" idx="10"/>
          </p:nvPr>
        </p:nvSpPr>
        <p:spPr/>
        <p:txBody>
          <a:bodyPr/>
          <a:lstStyle/>
          <a:p>
            <a:fld id="{3F3B283E-DCF8-46F1-80E5-3DDD030EF89B}" type="datetime1">
              <a:rPr lang="en-IN" smtClean="0"/>
              <a:t>25-05-2025</a:t>
            </a:fld>
            <a:endParaRPr lang="en-IN"/>
          </a:p>
        </p:txBody>
      </p:sp>
      <p:sp>
        <p:nvSpPr>
          <p:cNvPr id="6" name="Footer Placeholder 5">
            <a:extLst>
              <a:ext uri="{FF2B5EF4-FFF2-40B4-BE49-F238E27FC236}">
                <a16:creationId xmlns:a16="http://schemas.microsoft.com/office/drawing/2014/main" id="{62D95ACF-E807-ABE5-5635-9A3A62749B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20DE8C-011E-51C1-1B7F-B1B42D664E66}"/>
              </a:ext>
            </a:extLst>
          </p:cNvPr>
          <p:cNvSpPr>
            <a:spLocks noGrp="1"/>
          </p:cNvSpPr>
          <p:nvPr>
            <p:ph type="sldNum" sz="quarter" idx="12"/>
          </p:nvPr>
        </p:nvSpPr>
        <p:spPr/>
        <p:txBody>
          <a:bodyPr/>
          <a:lstStyle/>
          <a:p>
            <a:fld id="{C68A5BF6-CC08-43EB-88E5-4A57D53E60A8}" type="slidenum">
              <a:rPr lang="en-IN" smtClean="0"/>
              <a:t>‹#›</a:t>
            </a:fld>
            <a:endParaRPr lang="en-IN"/>
          </a:p>
        </p:txBody>
      </p:sp>
    </p:spTree>
    <p:extLst>
      <p:ext uri="{BB962C8B-B14F-4D97-AF65-F5344CB8AC3E}">
        <p14:creationId xmlns:p14="http://schemas.microsoft.com/office/powerpoint/2010/main" val="369618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C464A-FE23-49D6-92EA-900232B2EC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115745-BA8B-57E1-D7A1-1F1417F06C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9CEEA56-1E37-D0F8-68AE-15A374DA2E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55E56A-0244-9A5B-263E-C47F764C772F}"/>
              </a:ext>
            </a:extLst>
          </p:cNvPr>
          <p:cNvSpPr>
            <a:spLocks noGrp="1"/>
          </p:cNvSpPr>
          <p:nvPr>
            <p:ph type="dt" sz="half" idx="10"/>
          </p:nvPr>
        </p:nvSpPr>
        <p:spPr/>
        <p:txBody>
          <a:bodyPr/>
          <a:lstStyle/>
          <a:p>
            <a:fld id="{47D6D284-76FA-4570-9336-D0C6A1DB296D}" type="datetime1">
              <a:rPr lang="en-IN" smtClean="0"/>
              <a:t>25-05-2025</a:t>
            </a:fld>
            <a:endParaRPr lang="en-IN"/>
          </a:p>
        </p:txBody>
      </p:sp>
      <p:sp>
        <p:nvSpPr>
          <p:cNvPr id="6" name="Footer Placeholder 5">
            <a:extLst>
              <a:ext uri="{FF2B5EF4-FFF2-40B4-BE49-F238E27FC236}">
                <a16:creationId xmlns:a16="http://schemas.microsoft.com/office/drawing/2014/main" id="{018FB727-D16B-A949-F71D-F89366BCDA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9507A0-F348-0EDC-DFE3-CC3531C347AA}"/>
              </a:ext>
            </a:extLst>
          </p:cNvPr>
          <p:cNvSpPr>
            <a:spLocks noGrp="1"/>
          </p:cNvSpPr>
          <p:nvPr>
            <p:ph type="sldNum" sz="quarter" idx="12"/>
          </p:nvPr>
        </p:nvSpPr>
        <p:spPr/>
        <p:txBody>
          <a:bodyPr/>
          <a:lstStyle/>
          <a:p>
            <a:fld id="{C68A5BF6-CC08-43EB-88E5-4A57D53E60A8}" type="slidenum">
              <a:rPr lang="en-IN" smtClean="0"/>
              <a:t>‹#›</a:t>
            </a:fld>
            <a:endParaRPr lang="en-IN"/>
          </a:p>
        </p:txBody>
      </p:sp>
    </p:spTree>
    <p:extLst>
      <p:ext uri="{BB962C8B-B14F-4D97-AF65-F5344CB8AC3E}">
        <p14:creationId xmlns:p14="http://schemas.microsoft.com/office/powerpoint/2010/main" val="1378577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050A9-1BCE-B21E-BD94-59CD2EDD7E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C7D755-30ED-9BDC-2B59-9FC00526E2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8A9739-77E8-BDD1-245F-2DB06EE7201E}"/>
              </a:ext>
            </a:extLst>
          </p:cNvPr>
          <p:cNvSpPr>
            <a:spLocks noGrp="1"/>
          </p:cNvSpPr>
          <p:nvPr>
            <p:ph type="dt" sz="half" idx="10"/>
          </p:nvPr>
        </p:nvSpPr>
        <p:spPr/>
        <p:txBody>
          <a:bodyPr/>
          <a:lstStyle/>
          <a:p>
            <a:fld id="{A4C05065-698C-4E7F-B0B4-6F37BB6940B6}" type="datetime1">
              <a:rPr lang="en-IN" smtClean="0"/>
              <a:t>25-05-2025</a:t>
            </a:fld>
            <a:endParaRPr lang="en-IN"/>
          </a:p>
        </p:txBody>
      </p:sp>
      <p:sp>
        <p:nvSpPr>
          <p:cNvPr id="5" name="Footer Placeholder 4">
            <a:extLst>
              <a:ext uri="{FF2B5EF4-FFF2-40B4-BE49-F238E27FC236}">
                <a16:creationId xmlns:a16="http://schemas.microsoft.com/office/drawing/2014/main" id="{A644CA07-5425-A79A-0931-D17B0A84F2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8DE9F3-2529-B775-BAB4-635269BE8EF1}"/>
              </a:ext>
            </a:extLst>
          </p:cNvPr>
          <p:cNvSpPr>
            <a:spLocks noGrp="1"/>
          </p:cNvSpPr>
          <p:nvPr>
            <p:ph type="sldNum" sz="quarter" idx="12"/>
          </p:nvPr>
        </p:nvSpPr>
        <p:spPr/>
        <p:txBody>
          <a:bodyPr/>
          <a:lstStyle/>
          <a:p>
            <a:fld id="{C68A5BF6-CC08-43EB-88E5-4A57D53E60A8}" type="slidenum">
              <a:rPr lang="en-IN" smtClean="0"/>
              <a:t>‹#›</a:t>
            </a:fld>
            <a:endParaRPr lang="en-IN"/>
          </a:p>
        </p:txBody>
      </p:sp>
    </p:spTree>
    <p:extLst>
      <p:ext uri="{BB962C8B-B14F-4D97-AF65-F5344CB8AC3E}">
        <p14:creationId xmlns:p14="http://schemas.microsoft.com/office/powerpoint/2010/main" val="142852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F4A094-7A92-0DDD-37D0-671132EE06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227BB4-3CDE-CA40-1378-ED47CDC502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107956-2A74-3AC2-80F0-6C3429BF84C6}"/>
              </a:ext>
            </a:extLst>
          </p:cNvPr>
          <p:cNvSpPr>
            <a:spLocks noGrp="1"/>
          </p:cNvSpPr>
          <p:nvPr>
            <p:ph type="dt" sz="half" idx="10"/>
          </p:nvPr>
        </p:nvSpPr>
        <p:spPr/>
        <p:txBody>
          <a:bodyPr/>
          <a:lstStyle/>
          <a:p>
            <a:fld id="{FDCC0DBB-06DB-4852-B1D2-A534C23C8CDF}" type="datetime1">
              <a:rPr lang="en-IN" smtClean="0"/>
              <a:t>25-05-2025</a:t>
            </a:fld>
            <a:endParaRPr lang="en-IN"/>
          </a:p>
        </p:txBody>
      </p:sp>
      <p:sp>
        <p:nvSpPr>
          <p:cNvPr id="5" name="Footer Placeholder 4">
            <a:extLst>
              <a:ext uri="{FF2B5EF4-FFF2-40B4-BE49-F238E27FC236}">
                <a16:creationId xmlns:a16="http://schemas.microsoft.com/office/drawing/2014/main" id="{13252AAE-B768-615D-7629-E765DBCF08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F9B47E-50E0-6678-BAED-27B8B4553A2E}"/>
              </a:ext>
            </a:extLst>
          </p:cNvPr>
          <p:cNvSpPr>
            <a:spLocks noGrp="1"/>
          </p:cNvSpPr>
          <p:nvPr>
            <p:ph type="sldNum" sz="quarter" idx="12"/>
          </p:nvPr>
        </p:nvSpPr>
        <p:spPr/>
        <p:txBody>
          <a:bodyPr/>
          <a:lstStyle/>
          <a:p>
            <a:fld id="{C68A5BF6-CC08-43EB-88E5-4A57D53E60A8}" type="slidenum">
              <a:rPr lang="en-IN" smtClean="0"/>
              <a:t>‹#›</a:t>
            </a:fld>
            <a:endParaRPr lang="en-IN"/>
          </a:p>
        </p:txBody>
      </p:sp>
    </p:spTree>
    <p:extLst>
      <p:ext uri="{BB962C8B-B14F-4D97-AF65-F5344CB8AC3E}">
        <p14:creationId xmlns:p14="http://schemas.microsoft.com/office/powerpoint/2010/main" val="1309592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3ADDB0-FDCD-7CA5-48BD-B2C34DFA19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2DA360-430B-CCB2-040D-FD0BAFDFF4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E78CF2-20CB-3C20-FCA0-3B50F06164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27BD58-D155-45E8-8115-BB32975A9232}" type="datetime1">
              <a:rPr lang="en-IN" smtClean="0"/>
              <a:t>25-05-2025</a:t>
            </a:fld>
            <a:endParaRPr lang="en-IN"/>
          </a:p>
        </p:txBody>
      </p:sp>
      <p:sp>
        <p:nvSpPr>
          <p:cNvPr id="5" name="Footer Placeholder 4">
            <a:extLst>
              <a:ext uri="{FF2B5EF4-FFF2-40B4-BE49-F238E27FC236}">
                <a16:creationId xmlns:a16="http://schemas.microsoft.com/office/drawing/2014/main" id="{B9D7BCF0-D006-07F0-5E45-7BFB491128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42FE265-4AB6-5CB0-6693-1834CD3821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8A5BF6-CC08-43EB-88E5-4A57D53E60A8}" type="slidenum">
              <a:rPr lang="en-IN" smtClean="0"/>
              <a:t>‹#›</a:t>
            </a:fld>
            <a:endParaRPr lang="en-IN"/>
          </a:p>
        </p:txBody>
      </p:sp>
    </p:spTree>
    <p:extLst>
      <p:ext uri="{BB962C8B-B14F-4D97-AF65-F5344CB8AC3E}">
        <p14:creationId xmlns:p14="http://schemas.microsoft.com/office/powerpoint/2010/main" val="1377914125"/>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object 3">
            <a:extLst>
              <a:ext uri="{FF2B5EF4-FFF2-40B4-BE49-F238E27FC236}">
                <a16:creationId xmlns:a16="http://schemas.microsoft.com/office/drawing/2014/main" id="{46E031AC-3AD0-06E5-B8A6-3C9B35DCEFA8}"/>
              </a:ext>
            </a:extLst>
          </p:cNvPr>
          <p:cNvPicPr/>
          <p:nvPr/>
        </p:nvPicPr>
        <p:blipFill>
          <a:blip r:embed="rId2" cstate="print"/>
          <a:stretch>
            <a:fillRect/>
          </a:stretch>
        </p:blipFill>
        <p:spPr>
          <a:xfrm>
            <a:off x="520594" y="169817"/>
            <a:ext cx="2006081" cy="1322593"/>
          </a:xfrm>
          <a:prstGeom prst="rect">
            <a:avLst/>
          </a:prstGeom>
        </p:spPr>
      </p:pic>
      <p:pic>
        <p:nvPicPr>
          <p:cNvPr id="16" name="object 4">
            <a:extLst>
              <a:ext uri="{FF2B5EF4-FFF2-40B4-BE49-F238E27FC236}">
                <a16:creationId xmlns:a16="http://schemas.microsoft.com/office/drawing/2014/main" id="{5C9D87DD-29C6-82EC-B3F9-E610A0AC9115}"/>
              </a:ext>
            </a:extLst>
          </p:cNvPr>
          <p:cNvPicPr/>
          <p:nvPr/>
        </p:nvPicPr>
        <p:blipFill>
          <a:blip r:embed="rId3" cstate="print"/>
          <a:stretch>
            <a:fillRect/>
          </a:stretch>
        </p:blipFill>
        <p:spPr>
          <a:xfrm>
            <a:off x="10052157" y="89799"/>
            <a:ext cx="1619249" cy="1612899"/>
          </a:xfrm>
          <a:prstGeom prst="rect">
            <a:avLst/>
          </a:prstGeom>
        </p:spPr>
      </p:pic>
      <p:sp>
        <p:nvSpPr>
          <p:cNvPr id="17" name="object 5">
            <a:extLst>
              <a:ext uri="{FF2B5EF4-FFF2-40B4-BE49-F238E27FC236}">
                <a16:creationId xmlns:a16="http://schemas.microsoft.com/office/drawing/2014/main" id="{D02A72AD-95DF-8814-C4F5-F9C9764A2F6D}"/>
              </a:ext>
            </a:extLst>
          </p:cNvPr>
          <p:cNvSpPr txBox="1">
            <a:spLocks/>
          </p:cNvSpPr>
          <p:nvPr/>
        </p:nvSpPr>
        <p:spPr>
          <a:xfrm>
            <a:off x="2499291" y="174614"/>
            <a:ext cx="7544647" cy="423193"/>
          </a:xfrm>
          <a:prstGeom prst="rect">
            <a:avLst/>
          </a:prstGeom>
        </p:spPr>
        <p:txBody>
          <a:bodyPr vert="horz" wrap="square" lIns="0" tIns="7620" rIns="0" bIns="0" rtlCol="0" anchor="b">
            <a:spAutoFit/>
          </a:bodyPr>
          <a:lstStyle>
            <a:defPPr>
              <a:defRPr lang="en-US"/>
            </a:defPPr>
            <a:lvl1pPr marL="0" algn="ctr" defTabSz="1371600" rtl="0" eaLnBrk="1" latinLnBrk="0" hangingPunct="1">
              <a:lnSpc>
                <a:spcPct val="90000"/>
              </a:lnSpc>
              <a:spcBef>
                <a:spcPct val="0"/>
              </a:spcBef>
              <a:buNone/>
              <a:defRPr sz="90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467">
              <a:lnSpc>
                <a:spcPct val="100000"/>
              </a:lnSpc>
              <a:spcBef>
                <a:spcPts val="60"/>
              </a:spcBef>
            </a:pPr>
            <a:r>
              <a:rPr lang="en-US" sz="2700" b="1" spc="-50">
                <a:solidFill>
                  <a:srgbClr val="FF5757"/>
                </a:solidFill>
                <a:latin typeface="Times New Roman" panose="02020603050405020304" pitchFamily="18" charset="0"/>
                <a:cs typeface="Times New Roman" panose="02020603050405020304" pitchFamily="18" charset="0"/>
              </a:rPr>
              <a:t>Vivekananda</a:t>
            </a:r>
            <a:r>
              <a:rPr lang="en-US" sz="2700" b="1" spc="-70">
                <a:solidFill>
                  <a:srgbClr val="FF5757"/>
                </a:solidFill>
                <a:latin typeface="Times New Roman" panose="02020603050405020304" pitchFamily="18" charset="0"/>
                <a:cs typeface="Times New Roman" panose="02020603050405020304" pitchFamily="18" charset="0"/>
              </a:rPr>
              <a:t> </a:t>
            </a:r>
            <a:r>
              <a:rPr lang="en-US" sz="2700" b="1" spc="-40">
                <a:solidFill>
                  <a:srgbClr val="FF5757"/>
                </a:solidFill>
                <a:latin typeface="Times New Roman" panose="02020603050405020304" pitchFamily="18" charset="0"/>
                <a:cs typeface="Times New Roman" panose="02020603050405020304" pitchFamily="18" charset="0"/>
              </a:rPr>
              <a:t>College</a:t>
            </a:r>
            <a:r>
              <a:rPr lang="en-US" sz="2700" b="1" spc="-70">
                <a:solidFill>
                  <a:srgbClr val="FF5757"/>
                </a:solidFill>
                <a:latin typeface="Times New Roman" panose="02020603050405020304" pitchFamily="18" charset="0"/>
                <a:cs typeface="Times New Roman" panose="02020603050405020304" pitchFamily="18" charset="0"/>
              </a:rPr>
              <a:t> </a:t>
            </a:r>
            <a:r>
              <a:rPr lang="en-US" sz="2700" b="1" spc="60">
                <a:solidFill>
                  <a:srgbClr val="FF5757"/>
                </a:solidFill>
                <a:latin typeface="Times New Roman" panose="02020603050405020304" pitchFamily="18" charset="0"/>
                <a:cs typeface="Times New Roman" panose="02020603050405020304" pitchFamily="18" charset="0"/>
              </a:rPr>
              <a:t>of</a:t>
            </a:r>
            <a:r>
              <a:rPr lang="en-US" sz="2700" b="1" spc="-67">
                <a:solidFill>
                  <a:srgbClr val="FF5757"/>
                </a:solidFill>
                <a:latin typeface="Times New Roman" panose="02020603050405020304" pitchFamily="18" charset="0"/>
                <a:cs typeface="Times New Roman" panose="02020603050405020304" pitchFamily="18" charset="0"/>
              </a:rPr>
              <a:t> </a:t>
            </a:r>
            <a:r>
              <a:rPr lang="en-US" sz="2700" b="1" spc="-40">
                <a:solidFill>
                  <a:srgbClr val="FF5757"/>
                </a:solidFill>
                <a:latin typeface="Times New Roman" panose="02020603050405020304" pitchFamily="18" charset="0"/>
                <a:cs typeface="Times New Roman" panose="02020603050405020304" pitchFamily="18" charset="0"/>
              </a:rPr>
              <a:t>Engineering</a:t>
            </a:r>
            <a:r>
              <a:rPr lang="en-US" sz="2700" b="1" spc="-70">
                <a:solidFill>
                  <a:srgbClr val="FF5757"/>
                </a:solidFill>
                <a:latin typeface="Times New Roman" panose="02020603050405020304" pitchFamily="18" charset="0"/>
                <a:cs typeface="Times New Roman" panose="02020603050405020304" pitchFamily="18" charset="0"/>
              </a:rPr>
              <a:t> </a:t>
            </a:r>
            <a:r>
              <a:rPr lang="en-US" sz="2700" b="1" spc="13">
                <a:solidFill>
                  <a:srgbClr val="FF5757"/>
                </a:solidFill>
                <a:latin typeface="Times New Roman" panose="02020603050405020304" pitchFamily="18" charset="0"/>
                <a:cs typeface="Times New Roman" panose="02020603050405020304" pitchFamily="18" charset="0"/>
              </a:rPr>
              <a:t>&amp;</a:t>
            </a:r>
            <a:r>
              <a:rPr lang="en-US" sz="2700" b="1" spc="-70">
                <a:solidFill>
                  <a:srgbClr val="FF5757"/>
                </a:solidFill>
                <a:latin typeface="Times New Roman" panose="02020603050405020304" pitchFamily="18" charset="0"/>
                <a:cs typeface="Times New Roman" panose="02020603050405020304" pitchFamily="18" charset="0"/>
              </a:rPr>
              <a:t> </a:t>
            </a:r>
            <a:r>
              <a:rPr lang="en-US" sz="2700" b="1" spc="-37">
                <a:solidFill>
                  <a:srgbClr val="FF5757"/>
                </a:solidFill>
                <a:latin typeface="Times New Roman" panose="02020603050405020304" pitchFamily="18" charset="0"/>
                <a:cs typeface="Times New Roman" panose="02020603050405020304" pitchFamily="18" charset="0"/>
              </a:rPr>
              <a:t>Technology</a:t>
            </a:r>
            <a:endParaRPr lang="en-US" sz="2700" b="1" dirty="0">
              <a:latin typeface="Times New Roman" panose="02020603050405020304" pitchFamily="18" charset="0"/>
              <a:cs typeface="Times New Roman" panose="02020603050405020304" pitchFamily="18" charset="0"/>
            </a:endParaRPr>
          </a:p>
        </p:txBody>
      </p:sp>
      <p:sp>
        <p:nvSpPr>
          <p:cNvPr id="18" name="Date Placeholder 17">
            <a:extLst>
              <a:ext uri="{FF2B5EF4-FFF2-40B4-BE49-F238E27FC236}">
                <a16:creationId xmlns:a16="http://schemas.microsoft.com/office/drawing/2014/main" id="{4E0C75CA-30CE-999E-6C1A-7887A9119BC2}"/>
              </a:ext>
            </a:extLst>
          </p:cNvPr>
          <p:cNvSpPr>
            <a:spLocks noGrp="1"/>
          </p:cNvSpPr>
          <p:nvPr/>
        </p:nvSpPr>
        <p:spPr>
          <a:xfrm>
            <a:off x="926107" y="6403076"/>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68B0FA-C5CA-467A-A627-6516EE4F5CC9}" type="datetime1">
              <a:rPr lang="en-IN" smtClean="0"/>
              <a:pPr/>
              <a:t>25-05-2025</a:t>
            </a:fld>
            <a:endParaRPr lang="en-US" dirty="0"/>
          </a:p>
        </p:txBody>
      </p:sp>
      <p:sp>
        <p:nvSpPr>
          <p:cNvPr id="19" name="Slide Number Placeholder 19">
            <a:extLst>
              <a:ext uri="{FF2B5EF4-FFF2-40B4-BE49-F238E27FC236}">
                <a16:creationId xmlns:a16="http://schemas.microsoft.com/office/drawing/2014/main" id="{8EB6A9CF-2C07-D93E-4D60-21A874F0B7A0}"/>
              </a:ext>
            </a:extLst>
          </p:cNvPr>
          <p:cNvSpPr>
            <a:spLocks noGrp="1"/>
          </p:cNvSpPr>
          <p:nvPr/>
        </p:nvSpPr>
        <p:spPr>
          <a:xfrm>
            <a:off x="8698507" y="6403076"/>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IN" smtClean="0"/>
              <a:pPr/>
              <a:t>1</a:t>
            </a:fld>
            <a:endParaRPr lang="en-IN" dirty="0"/>
          </a:p>
        </p:txBody>
      </p:sp>
      <p:sp>
        <p:nvSpPr>
          <p:cNvPr id="20" name="object 6">
            <a:extLst>
              <a:ext uri="{FF2B5EF4-FFF2-40B4-BE49-F238E27FC236}">
                <a16:creationId xmlns:a16="http://schemas.microsoft.com/office/drawing/2014/main" id="{783F52D6-09BC-E81F-FF68-B86367D0C22F}"/>
              </a:ext>
            </a:extLst>
          </p:cNvPr>
          <p:cNvSpPr txBox="1"/>
          <p:nvPr/>
        </p:nvSpPr>
        <p:spPr>
          <a:xfrm>
            <a:off x="2526675" y="591901"/>
            <a:ext cx="7490037" cy="888278"/>
          </a:xfrm>
          <a:prstGeom prst="rect">
            <a:avLst/>
          </a:prstGeom>
        </p:spPr>
        <p:txBody>
          <a:bodyPr vert="horz" wrap="square" lIns="0" tIns="41487"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13441" marR="608360" algn="ctr">
              <a:lnSpc>
                <a:spcPts val="2200"/>
              </a:lnSpc>
              <a:spcBef>
                <a:spcPts val="327"/>
              </a:spcBef>
            </a:pPr>
            <a:r>
              <a:rPr sz="2000" spc="20" dirty="0">
                <a:solidFill>
                  <a:srgbClr val="2B2B2B"/>
                </a:solidFill>
                <a:latin typeface="Times New Roman" panose="02020603050405020304" pitchFamily="18" charset="0"/>
                <a:cs typeface="Times New Roman" panose="02020603050405020304" pitchFamily="18" charset="0"/>
              </a:rPr>
              <a:t>[A</a:t>
            </a:r>
            <a:r>
              <a:rPr sz="2000" spc="-47" dirty="0">
                <a:solidFill>
                  <a:srgbClr val="2B2B2B"/>
                </a:solidFill>
                <a:latin typeface="Times New Roman" panose="02020603050405020304" pitchFamily="18" charset="0"/>
                <a:cs typeface="Times New Roman" panose="02020603050405020304" pitchFamily="18" charset="0"/>
              </a:rPr>
              <a:t> </a:t>
            </a:r>
            <a:r>
              <a:rPr sz="2000" spc="27" dirty="0">
                <a:solidFill>
                  <a:srgbClr val="2B2B2B"/>
                </a:solidFill>
                <a:latin typeface="Times New Roman" panose="02020603050405020304" pitchFamily="18" charset="0"/>
                <a:cs typeface="Times New Roman" panose="02020603050405020304" pitchFamily="18" charset="0"/>
              </a:rPr>
              <a:t>Unit</a:t>
            </a:r>
            <a:r>
              <a:rPr sz="2000" spc="-43" dirty="0">
                <a:solidFill>
                  <a:srgbClr val="2B2B2B"/>
                </a:solidFill>
                <a:latin typeface="Times New Roman" panose="02020603050405020304" pitchFamily="18" charset="0"/>
                <a:cs typeface="Times New Roman" panose="02020603050405020304" pitchFamily="18" charset="0"/>
              </a:rPr>
              <a:t> </a:t>
            </a:r>
            <a:r>
              <a:rPr sz="2000" spc="53" dirty="0">
                <a:solidFill>
                  <a:srgbClr val="2B2B2B"/>
                </a:solidFill>
                <a:latin typeface="Times New Roman" panose="02020603050405020304" pitchFamily="18" charset="0"/>
                <a:cs typeface="Times New Roman" panose="02020603050405020304" pitchFamily="18" charset="0"/>
              </a:rPr>
              <a:t>of</a:t>
            </a:r>
            <a:r>
              <a:rPr sz="2000" spc="-43" dirty="0">
                <a:solidFill>
                  <a:srgbClr val="2B2B2B"/>
                </a:solidFill>
                <a:latin typeface="Times New Roman" panose="02020603050405020304" pitchFamily="18" charset="0"/>
                <a:cs typeface="Times New Roman" panose="02020603050405020304" pitchFamily="18" charset="0"/>
              </a:rPr>
              <a:t> </a:t>
            </a:r>
            <a:r>
              <a:rPr sz="2000" spc="-23" dirty="0">
                <a:solidFill>
                  <a:srgbClr val="2B2B2B"/>
                </a:solidFill>
                <a:latin typeface="Times New Roman" panose="02020603050405020304" pitchFamily="18" charset="0"/>
                <a:cs typeface="Times New Roman" panose="02020603050405020304" pitchFamily="18" charset="0"/>
              </a:rPr>
              <a:t>Vivekananda</a:t>
            </a:r>
            <a:r>
              <a:rPr sz="2000" spc="-47" dirty="0">
                <a:solidFill>
                  <a:srgbClr val="2B2B2B"/>
                </a:solidFill>
                <a:latin typeface="Times New Roman" panose="02020603050405020304" pitchFamily="18" charset="0"/>
                <a:cs typeface="Times New Roman" panose="02020603050405020304" pitchFamily="18" charset="0"/>
              </a:rPr>
              <a:t> </a:t>
            </a:r>
            <a:r>
              <a:rPr sz="2000" spc="-13" dirty="0">
                <a:solidFill>
                  <a:srgbClr val="2B2B2B"/>
                </a:solidFill>
                <a:latin typeface="Times New Roman" panose="02020603050405020304" pitchFamily="18" charset="0"/>
                <a:cs typeface="Times New Roman" panose="02020603050405020304" pitchFamily="18" charset="0"/>
              </a:rPr>
              <a:t>Vidyavardhaka</a:t>
            </a:r>
            <a:r>
              <a:rPr sz="2000" spc="-43" dirty="0">
                <a:solidFill>
                  <a:srgbClr val="2B2B2B"/>
                </a:solidFill>
                <a:latin typeface="Times New Roman" panose="02020603050405020304" pitchFamily="18" charset="0"/>
                <a:cs typeface="Times New Roman" panose="02020603050405020304" pitchFamily="18" charset="0"/>
              </a:rPr>
              <a:t> </a:t>
            </a:r>
            <a:r>
              <a:rPr sz="2000" spc="-80" dirty="0">
                <a:solidFill>
                  <a:srgbClr val="2B2B2B"/>
                </a:solidFill>
                <a:latin typeface="Times New Roman" panose="02020603050405020304" pitchFamily="18" charset="0"/>
                <a:cs typeface="Times New Roman" panose="02020603050405020304" pitchFamily="18" charset="0"/>
              </a:rPr>
              <a:t>Sangha</a:t>
            </a:r>
            <a:r>
              <a:rPr sz="2000" spc="-43" dirty="0">
                <a:solidFill>
                  <a:srgbClr val="2B2B2B"/>
                </a:solidFill>
                <a:latin typeface="Times New Roman" panose="02020603050405020304" pitchFamily="18" charset="0"/>
                <a:cs typeface="Times New Roman" panose="02020603050405020304" pitchFamily="18" charset="0"/>
              </a:rPr>
              <a:t> </a:t>
            </a:r>
            <a:r>
              <a:rPr sz="2000" spc="67" dirty="0">
                <a:solidFill>
                  <a:srgbClr val="2B2B2B"/>
                </a:solidFill>
                <a:latin typeface="Times New Roman" panose="02020603050405020304" pitchFamily="18" charset="0"/>
                <a:cs typeface="Times New Roman" panose="02020603050405020304" pitchFamily="18" charset="0"/>
              </a:rPr>
              <a:t>Puttur®] </a:t>
            </a:r>
            <a:r>
              <a:rPr sz="2000" spc="-546" dirty="0">
                <a:solidFill>
                  <a:srgbClr val="2B2B2B"/>
                </a:solidFill>
                <a:latin typeface="Times New Roman" panose="02020603050405020304" pitchFamily="18" charset="0"/>
                <a:cs typeface="Times New Roman" panose="02020603050405020304" pitchFamily="18" charset="0"/>
              </a:rPr>
              <a:t> </a:t>
            </a:r>
            <a:r>
              <a:rPr sz="2000" spc="37" dirty="0">
                <a:solidFill>
                  <a:srgbClr val="5270FF"/>
                </a:solidFill>
                <a:latin typeface="Times New Roman" panose="02020603050405020304" pitchFamily="18" charset="0"/>
                <a:cs typeface="Times New Roman" panose="02020603050405020304" pitchFamily="18" charset="0"/>
              </a:rPr>
              <a:t>Affiliated</a:t>
            </a:r>
            <a:r>
              <a:rPr sz="2000" spc="-47" dirty="0">
                <a:solidFill>
                  <a:srgbClr val="5270FF"/>
                </a:solidFill>
                <a:latin typeface="Times New Roman" panose="02020603050405020304" pitchFamily="18" charset="0"/>
                <a:cs typeface="Times New Roman" panose="02020603050405020304" pitchFamily="18" charset="0"/>
              </a:rPr>
              <a:t> </a:t>
            </a:r>
            <a:r>
              <a:rPr sz="2000" spc="67" dirty="0">
                <a:solidFill>
                  <a:srgbClr val="5270FF"/>
                </a:solidFill>
                <a:latin typeface="Times New Roman" panose="02020603050405020304" pitchFamily="18" charset="0"/>
                <a:cs typeface="Times New Roman" panose="02020603050405020304" pitchFamily="18" charset="0"/>
              </a:rPr>
              <a:t>to</a:t>
            </a:r>
            <a:r>
              <a:rPr sz="2000" spc="-43" dirty="0">
                <a:solidFill>
                  <a:srgbClr val="5270FF"/>
                </a:solidFill>
                <a:latin typeface="Times New Roman" panose="02020603050405020304" pitchFamily="18" charset="0"/>
                <a:cs typeface="Times New Roman" panose="02020603050405020304" pitchFamily="18" charset="0"/>
              </a:rPr>
              <a:t> </a:t>
            </a:r>
            <a:r>
              <a:rPr sz="2000" spc="-47" dirty="0">
                <a:solidFill>
                  <a:srgbClr val="5270FF"/>
                </a:solidFill>
                <a:latin typeface="Times New Roman" panose="02020603050405020304" pitchFamily="18" charset="0"/>
                <a:cs typeface="Times New Roman" panose="02020603050405020304" pitchFamily="18" charset="0"/>
              </a:rPr>
              <a:t>Visvesvaraya</a:t>
            </a:r>
            <a:r>
              <a:rPr sz="2000" spc="-43" dirty="0">
                <a:solidFill>
                  <a:srgbClr val="5270FF"/>
                </a:solidFill>
                <a:latin typeface="Times New Roman" panose="02020603050405020304" pitchFamily="18" charset="0"/>
                <a:cs typeface="Times New Roman" panose="02020603050405020304" pitchFamily="18" charset="0"/>
              </a:rPr>
              <a:t> </a:t>
            </a:r>
            <a:r>
              <a:rPr sz="2000" spc="-10" dirty="0">
                <a:solidFill>
                  <a:srgbClr val="5270FF"/>
                </a:solidFill>
                <a:latin typeface="Times New Roman" panose="02020603050405020304" pitchFamily="18" charset="0"/>
                <a:cs typeface="Times New Roman" panose="02020603050405020304" pitchFamily="18" charset="0"/>
              </a:rPr>
              <a:t>Technological</a:t>
            </a:r>
            <a:r>
              <a:rPr sz="2000" spc="-43" dirty="0">
                <a:solidFill>
                  <a:srgbClr val="5270FF"/>
                </a:solidFill>
                <a:latin typeface="Times New Roman" panose="02020603050405020304" pitchFamily="18" charset="0"/>
                <a:cs typeface="Times New Roman" panose="02020603050405020304" pitchFamily="18" charset="0"/>
              </a:rPr>
              <a:t> </a:t>
            </a:r>
            <a:r>
              <a:rPr sz="2000" dirty="0">
                <a:solidFill>
                  <a:srgbClr val="5270FF"/>
                </a:solidFill>
                <a:latin typeface="Times New Roman" panose="02020603050405020304" pitchFamily="18" charset="0"/>
                <a:cs typeface="Times New Roman" panose="02020603050405020304" pitchFamily="18" charset="0"/>
              </a:rPr>
              <a:t>University</a:t>
            </a:r>
            <a:endParaRPr sz="2000" dirty="0">
              <a:latin typeface="Times New Roman" panose="02020603050405020304" pitchFamily="18" charset="0"/>
              <a:cs typeface="Times New Roman" panose="02020603050405020304" pitchFamily="18" charset="0"/>
            </a:endParaRPr>
          </a:p>
          <a:p>
            <a:pPr algn="ctr">
              <a:lnSpc>
                <a:spcPts val="2210"/>
              </a:lnSpc>
            </a:pPr>
            <a:r>
              <a:rPr sz="2000" dirty="0">
                <a:solidFill>
                  <a:srgbClr val="5270FF"/>
                </a:solidFill>
                <a:latin typeface="Times New Roman" panose="02020603050405020304" pitchFamily="18" charset="0"/>
                <a:cs typeface="Times New Roman" panose="02020603050405020304" pitchFamily="18" charset="0"/>
              </a:rPr>
              <a:t>Approved</a:t>
            </a:r>
            <a:r>
              <a:rPr sz="2000" spc="-47" dirty="0">
                <a:solidFill>
                  <a:srgbClr val="5270FF"/>
                </a:solidFill>
                <a:latin typeface="Times New Roman" panose="02020603050405020304" pitchFamily="18" charset="0"/>
                <a:cs typeface="Times New Roman" panose="02020603050405020304" pitchFamily="18" charset="0"/>
              </a:rPr>
              <a:t> </a:t>
            </a:r>
            <a:r>
              <a:rPr sz="2000" spc="3" dirty="0">
                <a:solidFill>
                  <a:srgbClr val="5270FF"/>
                </a:solidFill>
                <a:latin typeface="Times New Roman" panose="02020603050405020304" pitchFamily="18" charset="0"/>
                <a:cs typeface="Times New Roman" panose="02020603050405020304" pitchFamily="18" charset="0"/>
              </a:rPr>
              <a:t>by</a:t>
            </a:r>
            <a:r>
              <a:rPr sz="2000" spc="-43" dirty="0">
                <a:solidFill>
                  <a:srgbClr val="5270FF"/>
                </a:solidFill>
                <a:latin typeface="Times New Roman" panose="02020603050405020304" pitchFamily="18" charset="0"/>
                <a:cs typeface="Times New Roman" panose="02020603050405020304" pitchFamily="18" charset="0"/>
              </a:rPr>
              <a:t> </a:t>
            </a:r>
            <a:r>
              <a:rPr sz="2000" spc="-37" dirty="0">
                <a:solidFill>
                  <a:srgbClr val="5270FF"/>
                </a:solidFill>
                <a:latin typeface="Times New Roman" panose="02020603050405020304" pitchFamily="18" charset="0"/>
                <a:cs typeface="Times New Roman" panose="02020603050405020304" pitchFamily="18" charset="0"/>
              </a:rPr>
              <a:t>AICTE</a:t>
            </a:r>
            <a:r>
              <a:rPr sz="2000" spc="-47" dirty="0">
                <a:solidFill>
                  <a:srgbClr val="5270FF"/>
                </a:solidFill>
                <a:latin typeface="Times New Roman" panose="02020603050405020304" pitchFamily="18" charset="0"/>
                <a:cs typeface="Times New Roman" panose="02020603050405020304" pitchFamily="18" charset="0"/>
              </a:rPr>
              <a:t> New</a:t>
            </a:r>
            <a:r>
              <a:rPr sz="2000" spc="-43" dirty="0">
                <a:solidFill>
                  <a:srgbClr val="5270FF"/>
                </a:solidFill>
                <a:latin typeface="Times New Roman" panose="02020603050405020304" pitchFamily="18" charset="0"/>
                <a:cs typeface="Times New Roman" panose="02020603050405020304" pitchFamily="18" charset="0"/>
              </a:rPr>
              <a:t> </a:t>
            </a:r>
            <a:r>
              <a:rPr sz="2000" spc="3" dirty="0">
                <a:solidFill>
                  <a:srgbClr val="5270FF"/>
                </a:solidFill>
                <a:latin typeface="Times New Roman" panose="02020603050405020304" pitchFamily="18" charset="0"/>
                <a:cs typeface="Times New Roman" panose="02020603050405020304" pitchFamily="18" charset="0"/>
              </a:rPr>
              <a:t>Delhi</a:t>
            </a:r>
            <a:r>
              <a:rPr sz="2000" spc="-47" dirty="0">
                <a:solidFill>
                  <a:srgbClr val="5270FF"/>
                </a:solidFill>
                <a:latin typeface="Times New Roman" panose="02020603050405020304" pitchFamily="18" charset="0"/>
                <a:cs typeface="Times New Roman" panose="02020603050405020304" pitchFamily="18" charset="0"/>
              </a:rPr>
              <a:t> </a:t>
            </a:r>
            <a:r>
              <a:rPr sz="2000" spc="27" dirty="0">
                <a:solidFill>
                  <a:srgbClr val="5270FF"/>
                </a:solidFill>
                <a:latin typeface="Times New Roman" panose="02020603050405020304" pitchFamily="18" charset="0"/>
                <a:cs typeface="Times New Roman" panose="02020603050405020304" pitchFamily="18" charset="0"/>
              </a:rPr>
              <a:t>&amp;</a:t>
            </a:r>
            <a:r>
              <a:rPr sz="2000" spc="-43" dirty="0">
                <a:solidFill>
                  <a:srgbClr val="5270FF"/>
                </a:solidFill>
                <a:latin typeface="Times New Roman" panose="02020603050405020304" pitchFamily="18" charset="0"/>
                <a:cs typeface="Times New Roman" panose="02020603050405020304" pitchFamily="18" charset="0"/>
              </a:rPr>
              <a:t> </a:t>
            </a:r>
            <a:r>
              <a:rPr sz="2000" spc="-57" dirty="0">
                <a:solidFill>
                  <a:srgbClr val="5270FF"/>
                </a:solidFill>
                <a:latin typeface="Times New Roman" panose="02020603050405020304" pitchFamily="18" charset="0"/>
                <a:cs typeface="Times New Roman" panose="02020603050405020304" pitchFamily="18" charset="0"/>
              </a:rPr>
              <a:t>Recognised</a:t>
            </a:r>
            <a:r>
              <a:rPr sz="2000" spc="-47" dirty="0">
                <a:solidFill>
                  <a:srgbClr val="5270FF"/>
                </a:solidFill>
                <a:latin typeface="Times New Roman" panose="02020603050405020304" pitchFamily="18" charset="0"/>
                <a:cs typeface="Times New Roman" panose="02020603050405020304" pitchFamily="18" charset="0"/>
              </a:rPr>
              <a:t> </a:t>
            </a:r>
            <a:r>
              <a:rPr sz="2000" spc="3" dirty="0">
                <a:solidFill>
                  <a:srgbClr val="5270FF"/>
                </a:solidFill>
                <a:latin typeface="Times New Roman" panose="02020603050405020304" pitchFamily="18" charset="0"/>
                <a:cs typeface="Times New Roman" panose="02020603050405020304" pitchFamily="18" charset="0"/>
              </a:rPr>
              <a:t>by</a:t>
            </a:r>
            <a:r>
              <a:rPr sz="2000" spc="-43" dirty="0">
                <a:solidFill>
                  <a:srgbClr val="5270FF"/>
                </a:solidFill>
                <a:latin typeface="Times New Roman" panose="02020603050405020304" pitchFamily="18" charset="0"/>
                <a:cs typeface="Times New Roman" panose="02020603050405020304" pitchFamily="18" charset="0"/>
              </a:rPr>
              <a:t> </a:t>
            </a:r>
            <a:r>
              <a:rPr sz="2000" spc="7" dirty="0">
                <a:solidFill>
                  <a:srgbClr val="5270FF"/>
                </a:solidFill>
                <a:latin typeface="Times New Roman" panose="02020603050405020304" pitchFamily="18" charset="0"/>
                <a:cs typeface="Times New Roman" panose="02020603050405020304" pitchFamily="18" charset="0"/>
              </a:rPr>
              <a:t>Govt</a:t>
            </a:r>
            <a:r>
              <a:rPr sz="2000" spc="-47" dirty="0">
                <a:solidFill>
                  <a:srgbClr val="5270FF"/>
                </a:solidFill>
                <a:latin typeface="Times New Roman" panose="02020603050405020304" pitchFamily="18" charset="0"/>
                <a:cs typeface="Times New Roman" panose="02020603050405020304" pitchFamily="18" charset="0"/>
              </a:rPr>
              <a:t> </a:t>
            </a:r>
            <a:r>
              <a:rPr sz="2000" spc="53" dirty="0">
                <a:solidFill>
                  <a:srgbClr val="5270FF"/>
                </a:solidFill>
                <a:latin typeface="Times New Roman" panose="02020603050405020304" pitchFamily="18" charset="0"/>
                <a:cs typeface="Times New Roman" panose="02020603050405020304" pitchFamily="18" charset="0"/>
              </a:rPr>
              <a:t>of</a:t>
            </a:r>
            <a:r>
              <a:rPr sz="2000" spc="-43" dirty="0">
                <a:solidFill>
                  <a:srgbClr val="5270FF"/>
                </a:solidFill>
                <a:latin typeface="Times New Roman" panose="02020603050405020304" pitchFamily="18" charset="0"/>
                <a:cs typeface="Times New Roman" panose="02020603050405020304" pitchFamily="18" charset="0"/>
              </a:rPr>
              <a:t> </a:t>
            </a:r>
            <a:r>
              <a:rPr sz="2000" spc="10" dirty="0">
                <a:solidFill>
                  <a:srgbClr val="5270FF"/>
                </a:solidFill>
                <a:latin typeface="Times New Roman" panose="02020603050405020304" pitchFamily="18" charset="0"/>
                <a:cs typeface="Times New Roman" panose="02020603050405020304" pitchFamily="18" charset="0"/>
              </a:rPr>
              <a:t>Karnataka</a:t>
            </a:r>
            <a:endParaRPr sz="2000" dirty="0">
              <a:latin typeface="Times New Roman" panose="02020603050405020304" pitchFamily="18" charset="0"/>
              <a:cs typeface="Times New Roman" panose="02020603050405020304" pitchFamily="18" charset="0"/>
            </a:endParaRPr>
          </a:p>
        </p:txBody>
      </p:sp>
      <p:sp>
        <p:nvSpPr>
          <p:cNvPr id="21" name="object 7">
            <a:extLst>
              <a:ext uri="{FF2B5EF4-FFF2-40B4-BE49-F238E27FC236}">
                <a16:creationId xmlns:a16="http://schemas.microsoft.com/office/drawing/2014/main" id="{88CB204C-F1D3-DAF3-995D-BE28C817B6B3}"/>
              </a:ext>
            </a:extLst>
          </p:cNvPr>
          <p:cNvSpPr/>
          <p:nvPr/>
        </p:nvSpPr>
        <p:spPr>
          <a:xfrm>
            <a:off x="1865696" y="2338383"/>
            <a:ext cx="8636423" cy="3387"/>
          </a:xfrm>
          <a:custGeom>
            <a:avLst/>
            <a:gdLst/>
            <a:ahLst/>
            <a:cxnLst/>
            <a:rect l="l" t="t" r="r" b="b"/>
            <a:pathLst>
              <a:path w="12954635" h="5079">
                <a:moveTo>
                  <a:pt x="0" y="0"/>
                </a:moveTo>
                <a:lnTo>
                  <a:pt x="12954080" y="4756"/>
                </a:lnTo>
              </a:path>
            </a:pathLst>
          </a:custGeom>
          <a:ln w="9524">
            <a:solidFill>
              <a:srgbClr val="2B2B2B"/>
            </a:solidFill>
          </a:ln>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200" dirty="0"/>
          </a:p>
        </p:txBody>
      </p:sp>
      <p:sp>
        <p:nvSpPr>
          <p:cNvPr id="22" name="object 8">
            <a:extLst>
              <a:ext uri="{FF2B5EF4-FFF2-40B4-BE49-F238E27FC236}">
                <a16:creationId xmlns:a16="http://schemas.microsoft.com/office/drawing/2014/main" id="{4970BC13-9F9F-BA5A-F89B-7288E9E7D7D1}"/>
              </a:ext>
            </a:extLst>
          </p:cNvPr>
          <p:cNvSpPr txBox="1"/>
          <p:nvPr/>
        </p:nvSpPr>
        <p:spPr>
          <a:xfrm>
            <a:off x="1293796" y="2539835"/>
            <a:ext cx="9716111" cy="2087751"/>
          </a:xfrm>
          <a:prstGeom prst="rect">
            <a:avLst/>
          </a:prstGeom>
        </p:spPr>
        <p:txBody>
          <a:bodyPr vert="horz" wrap="square" lIns="0" tIns="9652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044" marR="3387" algn="ctr">
              <a:spcBef>
                <a:spcPts val="760"/>
              </a:spcBef>
            </a:pPr>
            <a:r>
              <a:rPr lang="en-US" sz="3200" dirty="0">
                <a:latin typeface="Times New Roman" panose="02020603050405020304" pitchFamily="18" charset="0"/>
                <a:cs typeface="Times New Roman" panose="02020603050405020304" pitchFamily="18" charset="0"/>
              </a:rPr>
              <a:t>“SUBJECT: </a:t>
            </a:r>
            <a:r>
              <a:rPr lang="en-US" sz="3200" cap="none" dirty="0">
                <a:latin typeface="Times New Roman" panose="02020603050405020304" pitchFamily="18" charset="0"/>
                <a:cs typeface="Times New Roman" panose="02020603050405020304" pitchFamily="18" charset="0"/>
              </a:rPr>
              <a:t>Research Internship/ Industry Internship</a:t>
            </a:r>
            <a:br>
              <a:rPr lang="en-US" sz="3200" cap="none" dirty="0">
                <a:latin typeface="Times New Roman" panose="02020603050405020304" pitchFamily="18" charset="0"/>
                <a:cs typeface="Times New Roman" panose="02020603050405020304" pitchFamily="18" charset="0"/>
              </a:rPr>
            </a:br>
            <a:r>
              <a:rPr lang="en-US" sz="3200" cap="none" dirty="0">
                <a:latin typeface="Times New Roman" panose="02020603050405020304" pitchFamily="18" charset="0"/>
                <a:cs typeface="Times New Roman" panose="02020603050405020304" pitchFamily="18" charset="0"/>
              </a:rPr>
              <a:t>Subject Code </a:t>
            </a:r>
            <a:r>
              <a:rPr lang="en-US" sz="3200" dirty="0">
                <a:latin typeface="Times New Roman" panose="02020603050405020304" pitchFamily="18" charset="0"/>
                <a:cs typeface="Times New Roman" panose="02020603050405020304" pitchFamily="18" charset="0"/>
              </a:rPr>
              <a:t>: 21CS82”</a:t>
            </a:r>
            <a:endParaRPr lang="en-US" sz="3200" b="1" dirty="0">
              <a:solidFill>
                <a:schemeClr val="tx1"/>
              </a:solidFill>
              <a:latin typeface="Times New Roman" panose="02020603050405020304" pitchFamily="18" charset="0"/>
              <a:cs typeface="Times New Roman" panose="02020603050405020304" pitchFamily="18" charset="0"/>
            </a:endParaRPr>
          </a:p>
          <a:p>
            <a:pPr marL="8044" marR="3387" algn="ctr">
              <a:spcBef>
                <a:spcPts val="760"/>
              </a:spcBef>
            </a:pPr>
            <a:r>
              <a:rPr lang="en-US" sz="2000" dirty="0">
                <a:latin typeface="Times New Roman" panose="02020603050405020304" pitchFamily="18" charset="0"/>
                <a:cs typeface="Times New Roman" panose="02020603050405020304" pitchFamily="18" charset="0"/>
              </a:rPr>
              <a:t>13 Dec 2024 – 02 Apr 2025</a:t>
            </a:r>
          </a:p>
          <a:p>
            <a:pPr marL="8044" marR="3387" algn="ctr">
              <a:spcBef>
                <a:spcPts val="760"/>
              </a:spcBef>
            </a:pPr>
            <a:endParaRPr sz="3200" b="1" i="1" dirty="0">
              <a:solidFill>
                <a:srgbClr val="FF0000"/>
              </a:solidFill>
              <a:latin typeface="Times New Roman" panose="02020603050405020304" pitchFamily="18" charset="0"/>
              <a:cs typeface="Times New Roman" panose="02020603050405020304" pitchFamily="18" charset="0"/>
            </a:endParaRPr>
          </a:p>
        </p:txBody>
      </p:sp>
      <p:sp>
        <p:nvSpPr>
          <p:cNvPr id="23" name="object 9">
            <a:extLst>
              <a:ext uri="{FF2B5EF4-FFF2-40B4-BE49-F238E27FC236}">
                <a16:creationId xmlns:a16="http://schemas.microsoft.com/office/drawing/2014/main" id="{1D78646E-ABD5-7FA5-9BAE-78E672A5B59C}"/>
              </a:ext>
            </a:extLst>
          </p:cNvPr>
          <p:cNvSpPr/>
          <p:nvPr/>
        </p:nvSpPr>
        <p:spPr>
          <a:xfrm>
            <a:off x="1938011" y="3595351"/>
            <a:ext cx="8636423" cy="0"/>
          </a:xfrm>
          <a:custGeom>
            <a:avLst/>
            <a:gdLst/>
            <a:ahLst/>
            <a:cxnLst/>
            <a:rect l="l" t="t" r="r" b="b"/>
            <a:pathLst>
              <a:path w="12954635">
                <a:moveTo>
                  <a:pt x="0" y="0"/>
                </a:moveTo>
                <a:lnTo>
                  <a:pt x="12954083" y="0"/>
                </a:lnTo>
              </a:path>
            </a:pathLst>
          </a:custGeom>
          <a:ln w="9524">
            <a:solidFill>
              <a:srgbClr val="2B2B2B"/>
            </a:solidFill>
          </a:ln>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200" dirty="0"/>
          </a:p>
        </p:txBody>
      </p:sp>
      <p:sp>
        <p:nvSpPr>
          <p:cNvPr id="24" name="object 10">
            <a:extLst>
              <a:ext uri="{FF2B5EF4-FFF2-40B4-BE49-F238E27FC236}">
                <a16:creationId xmlns:a16="http://schemas.microsoft.com/office/drawing/2014/main" id="{9ED31B1C-A8DB-3A3B-B363-984D83C3D93D}"/>
              </a:ext>
            </a:extLst>
          </p:cNvPr>
          <p:cNvSpPr txBox="1"/>
          <p:nvPr/>
        </p:nvSpPr>
        <p:spPr>
          <a:xfrm>
            <a:off x="3593107" y="1900925"/>
            <a:ext cx="5181600" cy="379591"/>
          </a:xfrm>
          <a:prstGeom prst="rect">
            <a:avLst/>
          </a:prstGeom>
        </p:spPr>
        <p:txBody>
          <a:bodyPr vert="horz" wrap="square" lIns="0" tIns="1016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467" algn="ctr">
              <a:spcBef>
                <a:spcPts val="80"/>
              </a:spcBef>
            </a:pPr>
            <a:r>
              <a:rPr sz="2400" b="1" spc="-27" dirty="0">
                <a:solidFill>
                  <a:srgbClr val="2B2B2B"/>
                </a:solidFill>
                <a:latin typeface="Times New Roman" panose="02020603050405020304" pitchFamily="18" charset="0"/>
                <a:cs typeface="Times New Roman" panose="02020603050405020304" pitchFamily="18" charset="0"/>
              </a:rPr>
              <a:t>A</a:t>
            </a:r>
            <a:r>
              <a:rPr lang="en-IN" sz="2400" b="1" spc="-57" dirty="0">
                <a:solidFill>
                  <a:srgbClr val="2B2B2B"/>
                </a:solidFill>
                <a:latin typeface="Times New Roman" panose="02020603050405020304" pitchFamily="18" charset="0"/>
                <a:cs typeface="Times New Roman" panose="02020603050405020304" pitchFamily="18" charset="0"/>
              </a:rPr>
              <a:t>  </a:t>
            </a:r>
            <a:r>
              <a:rPr lang="en-US" sz="2400" b="1" spc="-10" dirty="0">
                <a:solidFill>
                  <a:srgbClr val="2B2B2B"/>
                </a:solidFill>
                <a:latin typeface="Times New Roman" panose="02020603050405020304" pitchFamily="18" charset="0"/>
                <a:cs typeface="Times New Roman" panose="02020603050405020304" pitchFamily="18" charset="0"/>
              </a:rPr>
              <a:t>Internship</a:t>
            </a:r>
            <a:r>
              <a:rPr sz="2400" b="1" spc="-57" dirty="0">
                <a:solidFill>
                  <a:srgbClr val="2B2B2B"/>
                </a:solidFill>
                <a:latin typeface="Times New Roman" panose="02020603050405020304" pitchFamily="18" charset="0"/>
                <a:cs typeface="Times New Roman" panose="02020603050405020304" pitchFamily="18" charset="0"/>
              </a:rPr>
              <a:t> </a:t>
            </a:r>
            <a:r>
              <a:rPr lang="en-US" sz="2400" b="1" spc="-23" dirty="0">
                <a:solidFill>
                  <a:srgbClr val="2B2B2B"/>
                </a:solidFill>
                <a:latin typeface="Times New Roman" panose="02020603050405020304" pitchFamily="18" charset="0"/>
                <a:cs typeface="Times New Roman" panose="02020603050405020304" pitchFamily="18" charset="0"/>
              </a:rPr>
              <a:t>Presentation </a:t>
            </a:r>
            <a:r>
              <a:rPr sz="2400" b="1" spc="-57" dirty="0">
                <a:solidFill>
                  <a:srgbClr val="2B2B2B"/>
                </a:solidFill>
                <a:latin typeface="Times New Roman" panose="02020603050405020304" pitchFamily="18" charset="0"/>
                <a:cs typeface="Times New Roman" panose="02020603050405020304" pitchFamily="18" charset="0"/>
              </a:rPr>
              <a:t> </a:t>
            </a:r>
            <a:endParaRPr sz="2400" b="1" dirty="0">
              <a:latin typeface="Times New Roman" panose="02020603050405020304" pitchFamily="18" charset="0"/>
              <a:cs typeface="Times New Roman" panose="02020603050405020304" pitchFamily="18" charset="0"/>
            </a:endParaRPr>
          </a:p>
        </p:txBody>
      </p:sp>
      <p:sp>
        <p:nvSpPr>
          <p:cNvPr id="25" name="object 14">
            <a:extLst>
              <a:ext uri="{FF2B5EF4-FFF2-40B4-BE49-F238E27FC236}">
                <a16:creationId xmlns:a16="http://schemas.microsoft.com/office/drawing/2014/main" id="{6EF58B75-E9C8-FFBB-8DA7-EEB7F596A369}"/>
              </a:ext>
            </a:extLst>
          </p:cNvPr>
          <p:cNvSpPr txBox="1"/>
          <p:nvPr/>
        </p:nvSpPr>
        <p:spPr>
          <a:xfrm>
            <a:off x="8753407" y="4622501"/>
            <a:ext cx="2743200" cy="1044303"/>
          </a:xfrm>
          <a:prstGeom prst="rect">
            <a:avLst/>
          </a:prstGeom>
        </p:spPr>
        <p:txBody>
          <a:bodyPr vert="horz" wrap="square" lIns="0" tIns="43603"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Bef>
                <a:spcPts val="343"/>
              </a:spcBef>
            </a:pPr>
            <a:r>
              <a:rPr sz="2000" spc="-33" dirty="0">
                <a:latin typeface="Times New Roman" panose="02020603050405020304" pitchFamily="18" charset="0"/>
                <a:cs typeface="Times New Roman" panose="02020603050405020304" pitchFamily="18" charset="0"/>
              </a:rPr>
              <a:t>Presented</a:t>
            </a:r>
            <a:r>
              <a:rPr sz="2000" spc="-70" dirty="0">
                <a:latin typeface="Times New Roman" panose="02020603050405020304" pitchFamily="18" charset="0"/>
                <a:cs typeface="Times New Roman" panose="02020603050405020304" pitchFamily="18" charset="0"/>
              </a:rPr>
              <a:t> </a:t>
            </a:r>
            <a:r>
              <a:rPr sz="2000" spc="-7" dirty="0">
                <a:latin typeface="Times New Roman" panose="02020603050405020304" pitchFamily="18" charset="0"/>
                <a:cs typeface="Times New Roman" panose="02020603050405020304" pitchFamily="18" charset="0"/>
              </a:rPr>
              <a:t>by</a:t>
            </a:r>
            <a:r>
              <a:rPr lang="en-US" sz="2000" spc="-7" dirty="0">
                <a:latin typeface="Times New Roman" panose="02020603050405020304" pitchFamily="18" charset="0"/>
                <a:cs typeface="Times New Roman" panose="02020603050405020304" pitchFamily="18" charset="0"/>
              </a:rPr>
              <a:t>:</a:t>
            </a:r>
          </a:p>
          <a:p>
            <a:pPr algn="just">
              <a:spcBef>
                <a:spcPts val="343"/>
              </a:spcBef>
            </a:pPr>
            <a:r>
              <a:rPr lang="en-US" sz="2000" spc="-113" dirty="0">
                <a:solidFill>
                  <a:srgbClr val="2B2B2B"/>
                </a:solidFill>
                <a:latin typeface="Times New Roman" panose="02020603050405020304" pitchFamily="18" charset="0"/>
                <a:cs typeface="Times New Roman" panose="02020603050405020304" pitchFamily="18" charset="0"/>
              </a:rPr>
              <a:t>SAMEEKSHA </a:t>
            </a:r>
          </a:p>
          <a:p>
            <a:pPr algn="just">
              <a:spcBef>
                <a:spcPts val="343"/>
              </a:spcBef>
            </a:pPr>
            <a:r>
              <a:rPr lang="en-US" sz="2000" spc="-113" dirty="0">
                <a:solidFill>
                  <a:srgbClr val="2B2B2B"/>
                </a:solidFill>
                <a:latin typeface="Times New Roman" panose="02020603050405020304" pitchFamily="18" charset="0"/>
                <a:cs typeface="Times New Roman" panose="02020603050405020304" pitchFamily="18" charset="0"/>
              </a:rPr>
              <a:t>4VP21CS078</a:t>
            </a:r>
          </a:p>
        </p:txBody>
      </p:sp>
      <p:sp>
        <p:nvSpPr>
          <p:cNvPr id="26" name="TextBox 18">
            <a:extLst>
              <a:ext uri="{FF2B5EF4-FFF2-40B4-BE49-F238E27FC236}">
                <a16:creationId xmlns:a16="http://schemas.microsoft.com/office/drawing/2014/main" id="{EE7A1210-8E01-EC0F-CC1E-7AA451B8FA42}"/>
              </a:ext>
            </a:extLst>
          </p:cNvPr>
          <p:cNvSpPr txBox="1"/>
          <p:nvPr/>
        </p:nvSpPr>
        <p:spPr>
          <a:xfrm>
            <a:off x="695393" y="4630221"/>
            <a:ext cx="4622800" cy="9644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000" dirty="0">
                <a:latin typeface="Times New Roman" pitchFamily="18" charset="0"/>
                <a:cs typeface="Times New Roman" pitchFamily="18" charset="0"/>
              </a:rPr>
              <a:t>Internship Guided :</a:t>
            </a:r>
          </a:p>
          <a:p>
            <a:pPr algn="ctr"/>
            <a:r>
              <a:rPr lang="en-IN" sz="2000" b="1" dirty="0">
                <a:latin typeface="Times New Roman" pitchFamily="18" charset="0"/>
                <a:cs typeface="Times New Roman" pitchFamily="18" charset="0"/>
              </a:rPr>
              <a:t> </a:t>
            </a:r>
            <a:r>
              <a:rPr lang="en-IN" sz="2000" dirty="0">
                <a:latin typeface="Times New Roman" pitchFamily="18" charset="0"/>
                <a:cs typeface="Times New Roman" pitchFamily="18" charset="0"/>
              </a:rPr>
              <a:t>PROF. THAPASWINI P S</a:t>
            </a:r>
          </a:p>
          <a:p>
            <a:pPr algn="ctr"/>
            <a:endParaRPr lang="en-IN" sz="1667" dirty="0">
              <a:latin typeface="Times New Roman" pitchFamily="18" charset="0"/>
              <a:cs typeface="Times New Roman" pitchFamily="18" charset="0"/>
            </a:endParaRPr>
          </a:p>
        </p:txBody>
      </p:sp>
      <p:sp>
        <p:nvSpPr>
          <p:cNvPr id="27" name="Footer Placeholder 1">
            <a:extLst>
              <a:ext uri="{FF2B5EF4-FFF2-40B4-BE49-F238E27FC236}">
                <a16:creationId xmlns:a16="http://schemas.microsoft.com/office/drawing/2014/main" id="{13375171-FF00-4972-D417-761E68342EC9}"/>
              </a:ext>
            </a:extLst>
          </p:cNvPr>
          <p:cNvSpPr>
            <a:spLocks noGrp="1"/>
          </p:cNvSpPr>
          <p:nvPr/>
        </p:nvSpPr>
        <p:spPr>
          <a:xfrm>
            <a:off x="4126507" y="640307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Department. of Computer Science and  Engineering</a:t>
            </a:r>
          </a:p>
        </p:txBody>
      </p:sp>
    </p:spTree>
    <p:extLst>
      <p:ext uri="{BB962C8B-B14F-4D97-AF65-F5344CB8AC3E}">
        <p14:creationId xmlns:p14="http://schemas.microsoft.com/office/powerpoint/2010/main" val="4020836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4EE3B-05EB-7B19-7C5E-1950BCCE935F}"/>
              </a:ext>
            </a:extLst>
          </p:cNvPr>
          <p:cNvSpPr>
            <a:spLocks noGrp="1"/>
          </p:cNvSpPr>
          <p:nvPr>
            <p:ph type="title"/>
          </p:nvPr>
        </p:nvSpPr>
        <p:spPr>
          <a:xfrm>
            <a:off x="838200" y="136525"/>
            <a:ext cx="10515600" cy="1322593"/>
          </a:xfrm>
        </p:spPr>
        <p:txBody>
          <a:bodyPr/>
          <a:lstStyle/>
          <a:p>
            <a:pPr algn="ctr"/>
            <a:r>
              <a:rPr lang="en-IN" b="1" dirty="0">
                <a:latin typeface="Times New Roman" panose="02020603050405020304" pitchFamily="18" charset="0"/>
                <a:cs typeface="Times New Roman" panose="02020603050405020304" pitchFamily="18" charset="0"/>
              </a:rPr>
              <a:t>COMPANY PROFILE</a:t>
            </a:r>
          </a:p>
        </p:txBody>
      </p:sp>
      <p:sp>
        <p:nvSpPr>
          <p:cNvPr id="4" name="Date Placeholder 3">
            <a:extLst>
              <a:ext uri="{FF2B5EF4-FFF2-40B4-BE49-F238E27FC236}">
                <a16:creationId xmlns:a16="http://schemas.microsoft.com/office/drawing/2014/main" id="{55E92595-DD9D-3744-7F1F-1D002921E44E}"/>
              </a:ext>
            </a:extLst>
          </p:cNvPr>
          <p:cNvSpPr>
            <a:spLocks noGrp="1"/>
          </p:cNvSpPr>
          <p:nvPr>
            <p:ph type="dt" sz="half" idx="10"/>
          </p:nvPr>
        </p:nvSpPr>
        <p:spPr/>
        <p:txBody>
          <a:bodyPr/>
          <a:lstStyle/>
          <a:p>
            <a:fld id="{D8AAAD9D-C03F-4660-9760-E2851BE0BDEA}" type="datetime1">
              <a:rPr lang="en-IN" smtClean="0"/>
              <a:t>25-05-2025</a:t>
            </a:fld>
            <a:endParaRPr lang="en-IN"/>
          </a:p>
        </p:txBody>
      </p:sp>
      <p:sp>
        <p:nvSpPr>
          <p:cNvPr id="6" name="Rectangle 1">
            <a:extLst>
              <a:ext uri="{FF2B5EF4-FFF2-40B4-BE49-F238E27FC236}">
                <a16:creationId xmlns:a16="http://schemas.microsoft.com/office/drawing/2014/main" id="{3C8386BE-0B59-9E8B-D921-4202C53D241D}"/>
              </a:ext>
            </a:extLst>
          </p:cNvPr>
          <p:cNvSpPr>
            <a:spLocks noGrp="1" noChangeArrowheads="1"/>
          </p:cNvSpPr>
          <p:nvPr>
            <p:ph idx="1"/>
          </p:nvPr>
        </p:nvSpPr>
        <p:spPr bwMode="auto">
          <a:xfrm>
            <a:off x="1379096" y="1413428"/>
            <a:ext cx="9413822" cy="438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2400" b="1" dirty="0">
                <a:solidFill>
                  <a:schemeClr val="tx1"/>
                </a:solidFill>
                <a:latin typeface="Times New Roman" panose="02020603050405020304" pitchFamily="18" charset="0"/>
                <a:cs typeface="Times New Roman" panose="02020603050405020304" pitchFamily="18" charset="0"/>
              </a:rPr>
              <a:t>Company Name: </a:t>
            </a:r>
            <a:r>
              <a:rPr lang="en-US" sz="2400" dirty="0" err="1">
                <a:solidFill>
                  <a:schemeClr val="tx1"/>
                </a:solidFill>
                <a:latin typeface="Times New Roman" panose="02020603050405020304" pitchFamily="18" charset="0"/>
                <a:cs typeface="Times New Roman" panose="02020603050405020304" pitchFamily="18" charset="0"/>
              </a:rPr>
              <a:t>Rooman</a:t>
            </a:r>
            <a:r>
              <a:rPr lang="en-US" sz="2400" dirty="0">
                <a:solidFill>
                  <a:schemeClr val="tx1"/>
                </a:solidFill>
                <a:latin typeface="Times New Roman" panose="02020603050405020304" pitchFamily="18" charset="0"/>
                <a:cs typeface="Times New Roman" panose="02020603050405020304" pitchFamily="18" charset="0"/>
              </a:rPr>
              <a:t> Technologies </a:t>
            </a:r>
          </a:p>
          <a:p>
            <a:pPr algn="just">
              <a:lnSpc>
                <a:spcPct val="150000"/>
              </a:lnSpc>
            </a:pPr>
            <a:r>
              <a:rPr lang="en-US" sz="2400" b="1" dirty="0">
                <a:solidFill>
                  <a:schemeClr val="tx1"/>
                </a:solidFill>
                <a:latin typeface="Times New Roman" panose="02020603050405020304" pitchFamily="18" charset="0"/>
                <a:cs typeface="Times New Roman" panose="02020603050405020304" pitchFamily="18" charset="0"/>
              </a:rPr>
              <a:t>Main Office: </a:t>
            </a:r>
            <a:r>
              <a:rPr lang="en-US" sz="2400" dirty="0">
                <a:solidFill>
                  <a:schemeClr val="tx1"/>
                </a:solidFill>
                <a:latin typeface="Times New Roman" panose="02020603050405020304" pitchFamily="18" charset="0"/>
                <a:cs typeface="Times New Roman" panose="02020603050405020304" pitchFamily="18" charset="0"/>
              </a:rPr>
              <a:t>30, 12th Main Rd, 1st Stage, Rajajinagar, Bengaluru, Karnataka 560010 </a:t>
            </a:r>
          </a:p>
          <a:p>
            <a:pPr algn="just">
              <a:lnSpc>
                <a:spcPct val="150000"/>
              </a:lnSpc>
            </a:pPr>
            <a:r>
              <a:rPr lang="en-US" sz="2400" b="1" dirty="0">
                <a:solidFill>
                  <a:schemeClr val="tx1"/>
                </a:solidFill>
                <a:latin typeface="Times New Roman" panose="02020603050405020304" pitchFamily="18" charset="0"/>
                <a:cs typeface="Times New Roman" panose="02020603050405020304" pitchFamily="18" charset="0"/>
              </a:rPr>
              <a:t>Email:</a:t>
            </a:r>
            <a:r>
              <a:rPr lang="en-US" sz="2400" dirty="0">
                <a:solidFill>
                  <a:schemeClr val="tx1"/>
                </a:solidFill>
                <a:latin typeface="Times New Roman" panose="02020603050405020304" pitchFamily="18" charset="0"/>
                <a:cs typeface="Times New Roman" panose="02020603050405020304" pitchFamily="18" charset="0"/>
              </a:rPr>
              <a:t> online@rooman.net </a:t>
            </a:r>
          </a:p>
          <a:p>
            <a:pPr algn="just">
              <a:lnSpc>
                <a:spcPct val="150000"/>
              </a:lnSpc>
            </a:pPr>
            <a:r>
              <a:rPr lang="en-US" sz="2400" b="1" dirty="0">
                <a:solidFill>
                  <a:schemeClr val="tx1"/>
                </a:solidFill>
                <a:latin typeface="Times New Roman" panose="02020603050405020304" pitchFamily="18" charset="0"/>
                <a:cs typeface="Times New Roman" panose="02020603050405020304" pitchFamily="18" charset="0"/>
              </a:rPr>
              <a:t>Year Stand Up: </a:t>
            </a:r>
            <a:r>
              <a:rPr lang="en-US" sz="2400" dirty="0">
                <a:solidFill>
                  <a:schemeClr val="tx1"/>
                </a:solidFill>
                <a:latin typeface="Times New Roman" panose="02020603050405020304" pitchFamily="18" charset="0"/>
                <a:cs typeface="Times New Roman" panose="02020603050405020304" pitchFamily="18" charset="0"/>
              </a:rPr>
              <a:t>1999 </a:t>
            </a:r>
          </a:p>
          <a:p>
            <a:pPr algn="just">
              <a:lnSpc>
                <a:spcPct val="150000"/>
              </a:lnSpc>
            </a:pPr>
            <a:r>
              <a:rPr lang="en-US" sz="2400" b="1" dirty="0">
                <a:solidFill>
                  <a:schemeClr val="tx1"/>
                </a:solidFill>
                <a:latin typeface="Times New Roman" panose="02020603050405020304" pitchFamily="18" charset="0"/>
                <a:cs typeface="Times New Roman" panose="02020603050405020304" pitchFamily="18" charset="0"/>
              </a:rPr>
              <a:t>Company Category: </a:t>
            </a:r>
            <a:r>
              <a:rPr lang="en-US" sz="2400" dirty="0">
                <a:solidFill>
                  <a:schemeClr val="tx1"/>
                </a:solidFill>
                <a:latin typeface="Times New Roman" panose="02020603050405020304" pitchFamily="18" charset="0"/>
                <a:cs typeface="Times New Roman" panose="02020603050405020304" pitchFamily="18" charset="0"/>
              </a:rPr>
              <a:t>IT training, certification, and services.</a:t>
            </a:r>
            <a:endParaRPr lang="en-IN" sz="2400" dirty="0">
              <a:solidFill>
                <a:schemeClr val="tx1"/>
              </a:solidFill>
              <a:latin typeface="Times New Roman" panose="02020603050405020304" pitchFamily="18" charset="0"/>
              <a:cs typeface="Times New Roman" panose="02020603050405020304" pitchFamily="18" charset="0"/>
            </a:endParaRPr>
          </a:p>
          <a:p>
            <a:pPr marL="0" indent="0">
              <a:lnSpc>
                <a:spcPct val="150000"/>
              </a:lnSpc>
              <a:buNone/>
            </a:pPr>
            <a:endParaRPr lang="en-US" sz="1600"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C84F2E2A-9584-22A1-6059-62EF1E3B6AD3}"/>
              </a:ext>
            </a:extLst>
          </p:cNvPr>
          <p:cNvSpPr>
            <a:spLocks noGrp="1"/>
          </p:cNvSpPr>
          <p:nvPr>
            <p:ph type="sldNum" sz="quarter" idx="12"/>
          </p:nvPr>
        </p:nvSpPr>
        <p:spPr/>
        <p:txBody>
          <a:bodyPr/>
          <a:lstStyle/>
          <a:p>
            <a:fld id="{C68A5BF6-CC08-43EB-88E5-4A57D53E60A8}" type="slidenum">
              <a:rPr lang="en-IN" smtClean="0"/>
              <a:t>2</a:t>
            </a:fld>
            <a:endParaRPr lang="en-IN"/>
          </a:p>
        </p:txBody>
      </p:sp>
      <p:pic>
        <p:nvPicPr>
          <p:cNvPr id="5" name="object 3">
            <a:extLst>
              <a:ext uri="{FF2B5EF4-FFF2-40B4-BE49-F238E27FC236}">
                <a16:creationId xmlns:a16="http://schemas.microsoft.com/office/drawing/2014/main" id="{115B9A8E-C096-0946-D4D0-46B61A18CBA1}"/>
              </a:ext>
            </a:extLst>
          </p:cNvPr>
          <p:cNvPicPr/>
          <p:nvPr/>
        </p:nvPicPr>
        <p:blipFill>
          <a:blip r:embed="rId2" cstate="print"/>
          <a:stretch>
            <a:fillRect/>
          </a:stretch>
        </p:blipFill>
        <p:spPr>
          <a:xfrm>
            <a:off x="203719" y="136525"/>
            <a:ext cx="2006081" cy="1322593"/>
          </a:xfrm>
          <a:prstGeom prst="rect">
            <a:avLst/>
          </a:prstGeom>
        </p:spPr>
      </p:pic>
    </p:spTree>
    <p:extLst>
      <p:ext uri="{BB962C8B-B14F-4D97-AF65-F5344CB8AC3E}">
        <p14:creationId xmlns:p14="http://schemas.microsoft.com/office/powerpoint/2010/main" val="2654533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98944-C432-B6B5-440D-6B37678488F9}"/>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TOPICS COVERED</a:t>
            </a:r>
          </a:p>
        </p:txBody>
      </p:sp>
      <p:sp>
        <p:nvSpPr>
          <p:cNvPr id="3" name="Content Placeholder 2">
            <a:extLst>
              <a:ext uri="{FF2B5EF4-FFF2-40B4-BE49-F238E27FC236}">
                <a16:creationId xmlns:a16="http://schemas.microsoft.com/office/drawing/2014/main" id="{30F434A8-5D57-7B52-C498-6430338AF909}"/>
              </a:ext>
            </a:extLst>
          </p:cNvPr>
          <p:cNvSpPr>
            <a:spLocks noGrp="1"/>
          </p:cNvSpPr>
          <p:nvPr>
            <p:ph idx="1"/>
          </p:nvPr>
        </p:nvSpPr>
        <p:spPr>
          <a:xfrm>
            <a:off x="838200" y="1825625"/>
            <a:ext cx="10515600" cy="3885627"/>
          </a:xfrm>
        </p:spPr>
        <p:txBody>
          <a:bodyPr>
            <a:normAutofit/>
          </a:bodyPr>
          <a:lstStyle/>
          <a:p>
            <a:pPr marL="514350" indent="-514350">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ROOMAN INTERLEAP INTERNSHIP</a:t>
            </a:r>
          </a:p>
          <a:p>
            <a:pPr marL="514350" indent="-514350">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WADHWANI INTERNSHIP</a:t>
            </a:r>
          </a:p>
          <a:p>
            <a:pPr marL="514350" indent="-514350">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IBM INTERNSHIP</a:t>
            </a:r>
          </a:p>
          <a:p>
            <a:pPr marL="514350" indent="-514350">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PROJECT</a:t>
            </a:r>
          </a:p>
          <a:p>
            <a:pPr marL="0" indent="0">
              <a:buNone/>
            </a:pPr>
            <a:endParaRPr lang="en-US" dirty="0"/>
          </a:p>
        </p:txBody>
      </p:sp>
      <p:sp>
        <p:nvSpPr>
          <p:cNvPr id="4" name="Date Placeholder 3">
            <a:extLst>
              <a:ext uri="{FF2B5EF4-FFF2-40B4-BE49-F238E27FC236}">
                <a16:creationId xmlns:a16="http://schemas.microsoft.com/office/drawing/2014/main" id="{0155BBC4-3B4B-2FC2-30AB-0C6F31D094CA}"/>
              </a:ext>
            </a:extLst>
          </p:cNvPr>
          <p:cNvSpPr>
            <a:spLocks noGrp="1"/>
          </p:cNvSpPr>
          <p:nvPr>
            <p:ph type="dt" sz="half" idx="10"/>
          </p:nvPr>
        </p:nvSpPr>
        <p:spPr/>
        <p:txBody>
          <a:bodyPr/>
          <a:lstStyle/>
          <a:p>
            <a:fld id="{E6D7F0AD-2A29-47B2-B235-D04D796AAEE0}" type="datetime1">
              <a:rPr lang="en-IN" smtClean="0"/>
              <a:t>25-05-2025</a:t>
            </a:fld>
            <a:endParaRPr lang="en-IN"/>
          </a:p>
        </p:txBody>
      </p:sp>
      <p:sp>
        <p:nvSpPr>
          <p:cNvPr id="5" name="Slide Number Placeholder 4">
            <a:extLst>
              <a:ext uri="{FF2B5EF4-FFF2-40B4-BE49-F238E27FC236}">
                <a16:creationId xmlns:a16="http://schemas.microsoft.com/office/drawing/2014/main" id="{2E9790F6-1BB1-0CD2-22FC-0BD34C3F049A}"/>
              </a:ext>
            </a:extLst>
          </p:cNvPr>
          <p:cNvSpPr>
            <a:spLocks noGrp="1"/>
          </p:cNvSpPr>
          <p:nvPr>
            <p:ph type="sldNum" sz="quarter" idx="12"/>
          </p:nvPr>
        </p:nvSpPr>
        <p:spPr/>
        <p:txBody>
          <a:bodyPr/>
          <a:lstStyle/>
          <a:p>
            <a:fld id="{C68A5BF6-CC08-43EB-88E5-4A57D53E60A8}" type="slidenum">
              <a:rPr lang="en-IN" smtClean="0"/>
              <a:t>3</a:t>
            </a:fld>
            <a:endParaRPr lang="en-IN"/>
          </a:p>
        </p:txBody>
      </p:sp>
      <p:pic>
        <p:nvPicPr>
          <p:cNvPr id="6" name="object 3">
            <a:extLst>
              <a:ext uri="{FF2B5EF4-FFF2-40B4-BE49-F238E27FC236}">
                <a16:creationId xmlns:a16="http://schemas.microsoft.com/office/drawing/2014/main" id="{7F881798-940B-BD3D-D110-2C58F79BC6FC}"/>
              </a:ext>
            </a:extLst>
          </p:cNvPr>
          <p:cNvPicPr/>
          <p:nvPr/>
        </p:nvPicPr>
        <p:blipFill>
          <a:blip r:embed="rId2" cstate="print"/>
          <a:stretch>
            <a:fillRect/>
          </a:stretch>
        </p:blipFill>
        <p:spPr>
          <a:xfrm>
            <a:off x="520594" y="169817"/>
            <a:ext cx="2006081" cy="1322593"/>
          </a:xfrm>
          <a:prstGeom prst="rect">
            <a:avLst/>
          </a:prstGeom>
        </p:spPr>
      </p:pic>
    </p:spTree>
    <p:extLst>
      <p:ext uri="{BB962C8B-B14F-4D97-AF65-F5344CB8AC3E}">
        <p14:creationId xmlns:p14="http://schemas.microsoft.com/office/powerpoint/2010/main" val="559717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A886C-7CE5-B8E4-9920-D4C0F8C32EF7}"/>
              </a:ext>
            </a:extLst>
          </p:cNvPr>
          <p:cNvSpPr>
            <a:spLocks noGrp="1"/>
          </p:cNvSpPr>
          <p:nvPr>
            <p:ph type="title"/>
          </p:nvPr>
        </p:nvSpPr>
        <p:spPr/>
        <p:txBody>
          <a:bodyPr>
            <a:normAutofit fontScale="90000"/>
          </a:bodyPr>
          <a:lstStyle/>
          <a:p>
            <a:pPr algn="ctr"/>
            <a:r>
              <a:rPr lang="en-US" sz="4400" dirty="0">
                <a:latin typeface="Times New Roman" panose="02020603050405020304" pitchFamily="18" charset="0"/>
                <a:cs typeface="Times New Roman" panose="02020603050405020304" pitchFamily="18" charset="0"/>
              </a:rPr>
              <a:t>    </a:t>
            </a:r>
            <a:r>
              <a:rPr lang="en-US" sz="4400" b="1" dirty="0">
                <a:latin typeface="Times New Roman" panose="02020603050405020304" pitchFamily="18" charset="0"/>
                <a:cs typeface="Times New Roman" panose="02020603050405020304" pitchFamily="18" charset="0"/>
              </a:rPr>
              <a:t>1.ROOMAN INTERLEAP INTERNSHIP</a:t>
            </a:r>
            <a:br>
              <a:rPr lang="en-US" sz="4400"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30EDB04-DB4B-45CE-5512-B69217EE276E}"/>
              </a:ext>
            </a:extLst>
          </p:cNvPr>
          <p:cNvSpPr>
            <a:spLocks noGrp="1"/>
          </p:cNvSpPr>
          <p:nvPr>
            <p:ph idx="1"/>
          </p:nvPr>
        </p:nvSpPr>
        <p:spPr/>
        <p:txBody>
          <a:bodyPr>
            <a:normAutofit fontScale="32500" lnSpcReduction="20000"/>
          </a:bodyPr>
          <a:lstStyle/>
          <a:p>
            <a:pPr>
              <a:lnSpc>
                <a:spcPct val="120000"/>
              </a:lnSpc>
            </a:pPr>
            <a:r>
              <a:rPr lang="en-US" sz="5500" b="1" dirty="0">
                <a:latin typeface="Times New Roman" panose="02020603050405020304" pitchFamily="18" charset="0"/>
                <a:cs typeface="Times New Roman" panose="02020603050405020304" pitchFamily="18" charset="0"/>
              </a:rPr>
              <a:t> Python Programming Basics</a:t>
            </a:r>
            <a:r>
              <a:rPr lang="en-US" sz="5500" dirty="0">
                <a:latin typeface="Times New Roman" panose="02020603050405020304" pitchFamily="18" charset="0"/>
                <a:cs typeface="Times New Roman" panose="02020603050405020304" pitchFamily="18" charset="0"/>
              </a:rPr>
              <a:t>: Learn foundational to intermediate Python concepts for AI and data handling.</a:t>
            </a:r>
          </a:p>
          <a:p>
            <a:pPr>
              <a:lnSpc>
                <a:spcPct val="120000"/>
              </a:lnSpc>
            </a:pPr>
            <a:r>
              <a:rPr lang="en-US" sz="5500" b="1" dirty="0">
                <a:latin typeface="Times New Roman" panose="02020603050405020304" pitchFamily="18" charset="0"/>
                <a:cs typeface="Times New Roman" panose="02020603050405020304" pitchFamily="18" charset="0"/>
              </a:rPr>
              <a:t> Prompt Engineering &amp; AI Assistants: </a:t>
            </a:r>
            <a:r>
              <a:rPr lang="en-US" sz="5500" dirty="0">
                <a:latin typeface="Times New Roman" panose="02020603050405020304" pitchFamily="18" charset="0"/>
                <a:cs typeface="Times New Roman" panose="02020603050405020304" pitchFamily="18" charset="0"/>
              </a:rPr>
              <a:t>Explore crafting effective prompts and using AI coding tools like GitHub Copilot and ChatGPT.</a:t>
            </a:r>
          </a:p>
          <a:p>
            <a:pPr>
              <a:lnSpc>
                <a:spcPct val="120000"/>
              </a:lnSpc>
            </a:pPr>
            <a:r>
              <a:rPr lang="en-US" sz="5500" dirty="0">
                <a:latin typeface="Times New Roman" panose="02020603050405020304" pitchFamily="18" charset="0"/>
                <a:cs typeface="Times New Roman" panose="02020603050405020304" pitchFamily="18" charset="0"/>
              </a:rPr>
              <a:t> </a:t>
            </a:r>
            <a:r>
              <a:rPr lang="en-US" sz="5500" b="1" dirty="0">
                <a:latin typeface="Times New Roman" panose="02020603050405020304" pitchFamily="18" charset="0"/>
                <a:cs typeface="Times New Roman" panose="02020603050405020304" pitchFamily="18" charset="0"/>
              </a:rPr>
              <a:t>Linux &amp; Networking Essentials</a:t>
            </a:r>
            <a:r>
              <a:rPr lang="en-US" sz="5500" dirty="0">
                <a:latin typeface="Times New Roman" panose="02020603050405020304" pitchFamily="18" charset="0"/>
                <a:cs typeface="Times New Roman" panose="02020603050405020304" pitchFamily="18" charset="0"/>
              </a:rPr>
              <a:t>: Understand basic Linux commands and networking principles for development environments.</a:t>
            </a:r>
          </a:p>
          <a:p>
            <a:pPr>
              <a:lnSpc>
                <a:spcPct val="120000"/>
              </a:lnSpc>
            </a:pPr>
            <a:r>
              <a:rPr lang="en-US" sz="5500" dirty="0">
                <a:latin typeface="Times New Roman" panose="02020603050405020304" pitchFamily="18" charset="0"/>
                <a:cs typeface="Times New Roman" panose="02020603050405020304" pitchFamily="18" charset="0"/>
              </a:rPr>
              <a:t> </a:t>
            </a:r>
            <a:r>
              <a:rPr lang="en-US" sz="5500" b="1" dirty="0">
                <a:latin typeface="Times New Roman" panose="02020603050405020304" pitchFamily="18" charset="0"/>
                <a:cs typeface="Times New Roman" panose="02020603050405020304" pitchFamily="18" charset="0"/>
              </a:rPr>
              <a:t>Database Management: </a:t>
            </a:r>
            <a:r>
              <a:rPr lang="en-US" sz="5500" dirty="0">
                <a:latin typeface="Times New Roman" panose="02020603050405020304" pitchFamily="18" charset="0"/>
                <a:cs typeface="Times New Roman" panose="02020603050405020304" pitchFamily="18" charset="0"/>
              </a:rPr>
              <a:t>Introduction to SQL and NoSQL databases for storing and querying structured data.</a:t>
            </a:r>
          </a:p>
          <a:p>
            <a:pPr>
              <a:lnSpc>
                <a:spcPct val="120000"/>
              </a:lnSpc>
            </a:pPr>
            <a:r>
              <a:rPr lang="en-US" sz="5500" dirty="0">
                <a:latin typeface="Times New Roman" panose="02020603050405020304" pitchFamily="18" charset="0"/>
                <a:cs typeface="Times New Roman" panose="02020603050405020304" pitchFamily="18" charset="0"/>
              </a:rPr>
              <a:t> </a:t>
            </a:r>
            <a:r>
              <a:rPr lang="en-US" sz="5500" b="1" dirty="0">
                <a:latin typeface="Times New Roman" panose="02020603050405020304" pitchFamily="18" charset="0"/>
                <a:cs typeface="Times New Roman" panose="02020603050405020304" pitchFamily="18" charset="0"/>
              </a:rPr>
              <a:t>Flask Web Development: </a:t>
            </a:r>
            <a:r>
              <a:rPr lang="en-US" sz="5500" dirty="0">
                <a:latin typeface="Times New Roman" panose="02020603050405020304" pitchFamily="18" charset="0"/>
                <a:cs typeface="Times New Roman" panose="02020603050405020304" pitchFamily="18" charset="0"/>
              </a:rPr>
              <a:t>Build and deploy simple web apps using the Flask framework in Python.</a:t>
            </a:r>
          </a:p>
          <a:p>
            <a:pPr>
              <a:lnSpc>
                <a:spcPct val="120000"/>
              </a:lnSpc>
            </a:pPr>
            <a:r>
              <a:rPr lang="en-US" sz="5500" dirty="0">
                <a:latin typeface="Times New Roman" panose="02020603050405020304" pitchFamily="18" charset="0"/>
                <a:cs typeface="Times New Roman" panose="02020603050405020304" pitchFamily="18" charset="0"/>
              </a:rPr>
              <a:t> </a:t>
            </a:r>
            <a:r>
              <a:rPr lang="en-US" sz="5500" b="1" dirty="0">
                <a:latin typeface="Times New Roman" panose="02020603050405020304" pitchFamily="18" charset="0"/>
                <a:cs typeface="Times New Roman" panose="02020603050405020304" pitchFamily="18" charset="0"/>
              </a:rPr>
              <a:t>Cloud &amp; Orchestration Platforms: </a:t>
            </a:r>
            <a:r>
              <a:rPr lang="en-US" sz="5500" dirty="0">
                <a:latin typeface="Times New Roman" panose="02020603050405020304" pitchFamily="18" charset="0"/>
                <a:cs typeface="Times New Roman" panose="02020603050405020304" pitchFamily="18" charset="0"/>
              </a:rPr>
              <a:t>Overview of cloud services (AWS, Azure, GCP) and orchestration tools like Docker &amp; Kubernetes.</a:t>
            </a:r>
          </a:p>
          <a:p>
            <a:pPr>
              <a:lnSpc>
                <a:spcPct val="120000"/>
              </a:lnSpc>
            </a:pPr>
            <a:r>
              <a:rPr lang="en-US" sz="5500" dirty="0">
                <a:latin typeface="Times New Roman" panose="02020603050405020304" pitchFamily="18" charset="0"/>
                <a:cs typeface="Times New Roman" panose="02020603050405020304" pitchFamily="18" charset="0"/>
              </a:rPr>
              <a:t> </a:t>
            </a:r>
            <a:r>
              <a:rPr lang="en-US" sz="5500" b="1" dirty="0">
                <a:latin typeface="Times New Roman" panose="02020603050405020304" pitchFamily="18" charset="0"/>
                <a:cs typeface="Times New Roman" panose="02020603050405020304" pitchFamily="18" charset="0"/>
              </a:rPr>
              <a:t>Data Analysis with Python: </a:t>
            </a:r>
            <a:r>
              <a:rPr lang="en-US" sz="5500" dirty="0">
                <a:latin typeface="Times New Roman" panose="02020603050405020304" pitchFamily="18" charset="0"/>
                <a:cs typeface="Times New Roman" panose="02020603050405020304" pitchFamily="18" charset="0"/>
              </a:rPr>
              <a:t>Analyze datasets using Pandas, NumPy, and Matplotlib for insights.</a:t>
            </a:r>
          </a:p>
          <a:p>
            <a:pPr>
              <a:lnSpc>
                <a:spcPct val="120000"/>
              </a:lnSpc>
            </a:pPr>
            <a:r>
              <a:rPr lang="en-US" sz="5500" b="1" dirty="0">
                <a:latin typeface="Times New Roman" panose="02020603050405020304" pitchFamily="18" charset="0"/>
                <a:cs typeface="Times New Roman" panose="02020603050405020304" pitchFamily="18" charset="0"/>
              </a:rPr>
              <a:t> Power BI for Data Analytics: </a:t>
            </a:r>
            <a:r>
              <a:rPr lang="en-US" sz="5500" dirty="0">
                <a:latin typeface="Times New Roman" panose="02020603050405020304" pitchFamily="18" charset="0"/>
                <a:cs typeface="Times New Roman" panose="02020603050405020304" pitchFamily="18" charset="0"/>
              </a:rPr>
              <a:t>Visualize and interpret data with Power BI, from basic dashboards to machine learning integration.</a:t>
            </a:r>
          </a:p>
          <a:p>
            <a:endParaRPr lang="en-US" sz="1100" dirty="0"/>
          </a:p>
        </p:txBody>
      </p:sp>
      <p:sp>
        <p:nvSpPr>
          <p:cNvPr id="4" name="Date Placeholder 3">
            <a:extLst>
              <a:ext uri="{FF2B5EF4-FFF2-40B4-BE49-F238E27FC236}">
                <a16:creationId xmlns:a16="http://schemas.microsoft.com/office/drawing/2014/main" id="{4C175E68-DA0A-2079-C1EF-8279369BE26F}"/>
              </a:ext>
            </a:extLst>
          </p:cNvPr>
          <p:cNvSpPr>
            <a:spLocks noGrp="1"/>
          </p:cNvSpPr>
          <p:nvPr>
            <p:ph type="dt" sz="half" idx="10"/>
          </p:nvPr>
        </p:nvSpPr>
        <p:spPr/>
        <p:txBody>
          <a:bodyPr/>
          <a:lstStyle/>
          <a:p>
            <a:fld id="{E6D7F0AD-2A29-47B2-B235-D04D796AAEE0}" type="datetime1">
              <a:rPr lang="en-IN" smtClean="0"/>
              <a:t>25-05-2025</a:t>
            </a:fld>
            <a:endParaRPr lang="en-IN"/>
          </a:p>
        </p:txBody>
      </p:sp>
      <p:sp>
        <p:nvSpPr>
          <p:cNvPr id="5" name="Slide Number Placeholder 4">
            <a:extLst>
              <a:ext uri="{FF2B5EF4-FFF2-40B4-BE49-F238E27FC236}">
                <a16:creationId xmlns:a16="http://schemas.microsoft.com/office/drawing/2014/main" id="{2AD15FC8-4124-98B2-DE68-FFED98A32883}"/>
              </a:ext>
            </a:extLst>
          </p:cNvPr>
          <p:cNvSpPr>
            <a:spLocks noGrp="1"/>
          </p:cNvSpPr>
          <p:nvPr>
            <p:ph type="sldNum" sz="quarter" idx="12"/>
          </p:nvPr>
        </p:nvSpPr>
        <p:spPr/>
        <p:txBody>
          <a:bodyPr/>
          <a:lstStyle/>
          <a:p>
            <a:fld id="{C68A5BF6-CC08-43EB-88E5-4A57D53E60A8}" type="slidenum">
              <a:rPr lang="en-IN" smtClean="0"/>
              <a:t>4</a:t>
            </a:fld>
            <a:endParaRPr lang="en-IN"/>
          </a:p>
        </p:txBody>
      </p:sp>
      <p:pic>
        <p:nvPicPr>
          <p:cNvPr id="6" name="object 3">
            <a:extLst>
              <a:ext uri="{FF2B5EF4-FFF2-40B4-BE49-F238E27FC236}">
                <a16:creationId xmlns:a16="http://schemas.microsoft.com/office/drawing/2014/main" id="{40003A5A-D098-D598-16EB-14FD7EC6CFDC}"/>
              </a:ext>
            </a:extLst>
          </p:cNvPr>
          <p:cNvPicPr/>
          <p:nvPr/>
        </p:nvPicPr>
        <p:blipFill>
          <a:blip r:embed="rId2" cstate="print"/>
          <a:stretch>
            <a:fillRect/>
          </a:stretch>
        </p:blipFill>
        <p:spPr>
          <a:xfrm>
            <a:off x="0" y="136525"/>
            <a:ext cx="1618938" cy="1322593"/>
          </a:xfrm>
          <a:prstGeom prst="rect">
            <a:avLst/>
          </a:prstGeom>
        </p:spPr>
      </p:pic>
    </p:spTree>
    <p:extLst>
      <p:ext uri="{BB962C8B-B14F-4D97-AF65-F5344CB8AC3E}">
        <p14:creationId xmlns:p14="http://schemas.microsoft.com/office/powerpoint/2010/main" val="1882402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5D33-79AF-957B-3EE2-F8E07168BBCA}"/>
              </a:ext>
            </a:extLst>
          </p:cNvPr>
          <p:cNvSpPr>
            <a:spLocks noGrp="1"/>
          </p:cNvSpPr>
          <p:nvPr>
            <p:ph type="title"/>
          </p:nvPr>
        </p:nvSpPr>
        <p:spPr/>
        <p:txBody>
          <a:bodyPr/>
          <a:lstStyle/>
          <a:p>
            <a:pPr algn="ctr"/>
            <a:r>
              <a:rPr lang="en-US" sz="4400" b="1" dirty="0">
                <a:latin typeface="Times New Roman" panose="02020603050405020304" pitchFamily="18" charset="0"/>
                <a:cs typeface="Times New Roman" panose="02020603050405020304" pitchFamily="18" charset="0"/>
              </a:rPr>
              <a:t>2. WADHWANI INTERNSHIP</a:t>
            </a:r>
            <a:br>
              <a:rPr lang="en-US" sz="4400"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45D46B5-27D5-C20F-D2B3-810160DF0CCC}"/>
              </a:ext>
            </a:extLst>
          </p:cNvPr>
          <p:cNvSpPr>
            <a:spLocks noGrp="1"/>
          </p:cNvSpPr>
          <p:nvPr>
            <p:ph idx="1"/>
          </p:nvPr>
        </p:nvSpPr>
        <p:spPr/>
        <p:txBody>
          <a:bodyPr>
            <a:normAutofit fontScale="77500" lnSpcReduction="20000"/>
          </a:bodyPr>
          <a:lstStyle/>
          <a:p>
            <a:pPr defTabSz="914400" eaLnBrk="0" fontAlgn="base" hangingPunct="0">
              <a:lnSpc>
                <a:spcPct val="150000"/>
              </a:lnSpc>
              <a:spcBef>
                <a:spcPct val="0"/>
              </a:spcBef>
              <a:spcAft>
                <a:spcPct val="0"/>
              </a:spcAft>
              <a:buClrTx/>
              <a:buSzTx/>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Communication Skills: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Improved listening, speaking, reading, and professional writing.</a:t>
            </a:r>
          </a:p>
          <a:p>
            <a:pPr defTabSz="914400" eaLnBrk="0" fontAlgn="base" hangingPunct="0">
              <a:lnSpc>
                <a:spcPct val="150000"/>
              </a:lnSpc>
              <a:spcBef>
                <a:spcPct val="0"/>
              </a:spcBef>
              <a:spcAft>
                <a:spcPct val="0"/>
              </a:spcAft>
              <a:buClrTx/>
              <a:buSzTx/>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Literacy &amp; Ethics: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Gained awareness of social media, cybersecurity, and responsible digital behavior.</a:t>
            </a:r>
          </a:p>
          <a:p>
            <a:pPr defTabSz="914400" eaLnBrk="0" fontAlgn="base" hangingPunct="0">
              <a:lnSpc>
                <a:spcPct val="150000"/>
              </a:lnSpc>
              <a:spcBef>
                <a:spcPct val="0"/>
              </a:spcBef>
              <a:spcAft>
                <a:spcPct val="0"/>
              </a:spcAft>
              <a:buClrTx/>
              <a:buSzTx/>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Career &amp; Team Orientation: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Explored career goals and embraced organizational teamwork.</a:t>
            </a:r>
          </a:p>
          <a:p>
            <a:pPr defTabSz="914400" eaLnBrk="0" fontAlgn="base" hangingPunct="0">
              <a:lnSpc>
                <a:spcPct val="150000"/>
              </a:lnSpc>
              <a:spcBef>
                <a:spcPct val="0"/>
              </a:spcBef>
              <a:spcAft>
                <a:spcPct val="0"/>
              </a:spcAft>
              <a:buClrTx/>
              <a:buSzTx/>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Managerial &amp; Leadership Skills: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Built capabilities in planning, leadership, and empathy.</a:t>
            </a:r>
          </a:p>
          <a:p>
            <a:pPr defTabSz="914400" eaLnBrk="0" fontAlgn="base" hangingPunct="0">
              <a:lnSpc>
                <a:spcPct val="150000"/>
              </a:lnSpc>
              <a:spcBef>
                <a:spcPct val="0"/>
              </a:spcBef>
              <a:spcAft>
                <a:spcPct val="0"/>
              </a:spcAft>
              <a:buClrTx/>
              <a:buSzTx/>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Entrepreneurship &amp; Design Thinking: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Fostered innovation and problem-solving through design thinking.</a:t>
            </a:r>
          </a:p>
          <a:p>
            <a:pPr marL="0" indent="0">
              <a:buNone/>
            </a:pPr>
            <a:endParaRPr lang="en-US" dirty="0"/>
          </a:p>
        </p:txBody>
      </p:sp>
      <p:sp>
        <p:nvSpPr>
          <p:cNvPr id="4" name="Date Placeholder 3">
            <a:extLst>
              <a:ext uri="{FF2B5EF4-FFF2-40B4-BE49-F238E27FC236}">
                <a16:creationId xmlns:a16="http://schemas.microsoft.com/office/drawing/2014/main" id="{890822A9-6AA7-EA9A-035A-DF27B6D0E564}"/>
              </a:ext>
            </a:extLst>
          </p:cNvPr>
          <p:cNvSpPr>
            <a:spLocks noGrp="1"/>
          </p:cNvSpPr>
          <p:nvPr>
            <p:ph type="dt" sz="half" idx="10"/>
          </p:nvPr>
        </p:nvSpPr>
        <p:spPr/>
        <p:txBody>
          <a:bodyPr/>
          <a:lstStyle/>
          <a:p>
            <a:fld id="{E6D7F0AD-2A29-47B2-B235-D04D796AAEE0}" type="datetime1">
              <a:rPr lang="en-IN" smtClean="0"/>
              <a:t>25-05-2025</a:t>
            </a:fld>
            <a:endParaRPr lang="en-IN"/>
          </a:p>
        </p:txBody>
      </p:sp>
      <p:sp>
        <p:nvSpPr>
          <p:cNvPr id="5" name="Slide Number Placeholder 4">
            <a:extLst>
              <a:ext uri="{FF2B5EF4-FFF2-40B4-BE49-F238E27FC236}">
                <a16:creationId xmlns:a16="http://schemas.microsoft.com/office/drawing/2014/main" id="{7AC63495-47CF-EE01-701C-AAB9F992AE6B}"/>
              </a:ext>
            </a:extLst>
          </p:cNvPr>
          <p:cNvSpPr>
            <a:spLocks noGrp="1"/>
          </p:cNvSpPr>
          <p:nvPr>
            <p:ph type="sldNum" sz="quarter" idx="12"/>
          </p:nvPr>
        </p:nvSpPr>
        <p:spPr/>
        <p:txBody>
          <a:bodyPr/>
          <a:lstStyle/>
          <a:p>
            <a:fld id="{C68A5BF6-CC08-43EB-88E5-4A57D53E60A8}" type="slidenum">
              <a:rPr lang="en-IN" smtClean="0"/>
              <a:t>5</a:t>
            </a:fld>
            <a:endParaRPr lang="en-IN"/>
          </a:p>
        </p:txBody>
      </p:sp>
      <p:pic>
        <p:nvPicPr>
          <p:cNvPr id="6" name="object 3">
            <a:extLst>
              <a:ext uri="{FF2B5EF4-FFF2-40B4-BE49-F238E27FC236}">
                <a16:creationId xmlns:a16="http://schemas.microsoft.com/office/drawing/2014/main" id="{9D87E4FD-32DC-C4A6-7819-1E25C8ED1278}"/>
              </a:ext>
            </a:extLst>
          </p:cNvPr>
          <p:cNvPicPr/>
          <p:nvPr/>
        </p:nvPicPr>
        <p:blipFill>
          <a:blip r:embed="rId2" cstate="print"/>
          <a:stretch>
            <a:fillRect/>
          </a:stretch>
        </p:blipFill>
        <p:spPr>
          <a:xfrm>
            <a:off x="0" y="136525"/>
            <a:ext cx="2006081" cy="1322593"/>
          </a:xfrm>
          <a:prstGeom prst="rect">
            <a:avLst/>
          </a:prstGeom>
        </p:spPr>
      </p:pic>
    </p:spTree>
    <p:extLst>
      <p:ext uri="{BB962C8B-B14F-4D97-AF65-F5344CB8AC3E}">
        <p14:creationId xmlns:p14="http://schemas.microsoft.com/office/powerpoint/2010/main" val="956976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C0777-AB4F-9788-1261-F151255BE6EF}"/>
              </a:ext>
            </a:extLst>
          </p:cNvPr>
          <p:cNvSpPr>
            <a:spLocks noGrp="1"/>
          </p:cNvSpPr>
          <p:nvPr>
            <p:ph type="title"/>
          </p:nvPr>
        </p:nvSpPr>
        <p:spPr/>
        <p:txBody>
          <a:bodyPr/>
          <a:lstStyle/>
          <a:p>
            <a:pPr algn="ctr"/>
            <a:r>
              <a:rPr lang="en-US" sz="4400" b="1" dirty="0">
                <a:latin typeface="Times New Roman" panose="02020603050405020304" pitchFamily="18" charset="0"/>
                <a:cs typeface="Times New Roman" panose="02020603050405020304" pitchFamily="18" charset="0"/>
              </a:rPr>
              <a:t>3. IBM INTERNSHIP</a:t>
            </a:r>
            <a:br>
              <a:rPr lang="en-US" sz="4400" dirty="0">
                <a:latin typeface="Times New Roman" panose="02020603050405020304" pitchFamily="18" charset="0"/>
                <a:cs typeface="Times New Roman" panose="02020603050405020304" pitchFamily="18" charset="0"/>
              </a:rPr>
            </a:br>
            <a:endParaRPr lang="en-US" dirty="0"/>
          </a:p>
        </p:txBody>
      </p:sp>
      <p:sp>
        <p:nvSpPr>
          <p:cNvPr id="4" name="Date Placeholder 3">
            <a:extLst>
              <a:ext uri="{FF2B5EF4-FFF2-40B4-BE49-F238E27FC236}">
                <a16:creationId xmlns:a16="http://schemas.microsoft.com/office/drawing/2014/main" id="{39A123B2-C541-EF57-A692-2604762C17E8}"/>
              </a:ext>
            </a:extLst>
          </p:cNvPr>
          <p:cNvSpPr>
            <a:spLocks noGrp="1"/>
          </p:cNvSpPr>
          <p:nvPr>
            <p:ph type="dt" sz="half" idx="10"/>
          </p:nvPr>
        </p:nvSpPr>
        <p:spPr/>
        <p:txBody>
          <a:bodyPr/>
          <a:lstStyle/>
          <a:p>
            <a:fld id="{E6D7F0AD-2A29-47B2-B235-D04D796AAEE0}" type="datetime1">
              <a:rPr lang="en-IN" smtClean="0"/>
              <a:t>25-05-2025</a:t>
            </a:fld>
            <a:endParaRPr lang="en-IN"/>
          </a:p>
        </p:txBody>
      </p:sp>
      <p:sp>
        <p:nvSpPr>
          <p:cNvPr id="5" name="Slide Number Placeholder 4">
            <a:extLst>
              <a:ext uri="{FF2B5EF4-FFF2-40B4-BE49-F238E27FC236}">
                <a16:creationId xmlns:a16="http://schemas.microsoft.com/office/drawing/2014/main" id="{C968495D-622C-56C6-BDB2-AC8A78D09E48}"/>
              </a:ext>
            </a:extLst>
          </p:cNvPr>
          <p:cNvSpPr>
            <a:spLocks noGrp="1"/>
          </p:cNvSpPr>
          <p:nvPr>
            <p:ph type="sldNum" sz="quarter" idx="12"/>
          </p:nvPr>
        </p:nvSpPr>
        <p:spPr/>
        <p:txBody>
          <a:bodyPr/>
          <a:lstStyle/>
          <a:p>
            <a:fld id="{C68A5BF6-CC08-43EB-88E5-4A57D53E60A8}" type="slidenum">
              <a:rPr lang="en-IN" smtClean="0"/>
              <a:t>6</a:t>
            </a:fld>
            <a:endParaRPr lang="en-IN"/>
          </a:p>
        </p:txBody>
      </p:sp>
      <p:pic>
        <p:nvPicPr>
          <p:cNvPr id="6" name="object 3">
            <a:extLst>
              <a:ext uri="{FF2B5EF4-FFF2-40B4-BE49-F238E27FC236}">
                <a16:creationId xmlns:a16="http://schemas.microsoft.com/office/drawing/2014/main" id="{A26DEFDB-F6D9-47A9-779C-0D873D1159BD}"/>
              </a:ext>
            </a:extLst>
          </p:cNvPr>
          <p:cNvPicPr/>
          <p:nvPr/>
        </p:nvPicPr>
        <p:blipFill>
          <a:blip r:embed="rId2" cstate="print"/>
          <a:stretch>
            <a:fillRect/>
          </a:stretch>
        </p:blipFill>
        <p:spPr>
          <a:xfrm>
            <a:off x="0" y="136525"/>
            <a:ext cx="2006081" cy="1322593"/>
          </a:xfrm>
          <a:prstGeom prst="rect">
            <a:avLst/>
          </a:prstGeom>
        </p:spPr>
      </p:pic>
      <p:sp>
        <p:nvSpPr>
          <p:cNvPr id="7" name="Rectangle 1">
            <a:extLst>
              <a:ext uri="{FF2B5EF4-FFF2-40B4-BE49-F238E27FC236}">
                <a16:creationId xmlns:a16="http://schemas.microsoft.com/office/drawing/2014/main" id="{BA5B9EDD-B57E-E496-FD3C-5D11435CBD9A}"/>
              </a:ext>
            </a:extLst>
          </p:cNvPr>
          <p:cNvSpPr>
            <a:spLocks noGrp="1" noChangeArrowheads="1"/>
          </p:cNvSpPr>
          <p:nvPr>
            <p:ph idx="1"/>
          </p:nvPr>
        </p:nvSpPr>
        <p:spPr bwMode="auto">
          <a:xfrm>
            <a:off x="838201" y="1212803"/>
            <a:ext cx="11108960" cy="5576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 Orientation &amp; Pre-Project Development</a:t>
            </a:r>
            <a:r>
              <a:rPr lang="en-US" altLang="en-US" sz="2000" dirty="0">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Introduction to the course structure, tools, and objectives.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Pre-requisites of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AI</a:t>
            </a:r>
            <a:r>
              <a:rPr lang="en-US" altLang="en-US" sz="2000" dirty="0" err="1">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Covers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statistics, and machine learning basics required for AI.</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 to Data Quality</a:t>
            </a:r>
            <a:r>
              <a:rPr lang="en-US" altLang="en-US" sz="2000" dirty="0">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Understanding what data quality is and why it matters in healthcare AI.</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 and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Cleaning</a:t>
            </a:r>
            <a:r>
              <a:rPr lang="en-US" altLang="en-US" sz="2000" dirty="0" err="1">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Techniques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clean, format, and prepare raw healthcare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Quality Metrics and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Measurement</a:t>
            </a:r>
            <a:r>
              <a:rPr lang="en-US" altLang="en-US" sz="2000" dirty="0" err="1">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Learn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evaluate data using metrics like completeness and accuracy.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Quality in Data Engineering and Machine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Learning</a:t>
            </a:r>
            <a:r>
              <a:rPr lang="en-US" altLang="en-US" sz="2000" dirty="0" err="1">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Ensuring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consistent data flow and quality in ML and data pipelines.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Data Quality Strategies</a:t>
            </a:r>
            <a:r>
              <a:rPr lang="en-US" altLang="en-US" sz="2000" dirty="0">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of NLP for advanced cleaning like deduplication and entity correction.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Work</a:t>
            </a:r>
            <a:r>
              <a:rPr lang="en-US" altLang="en-US" sz="2000" dirty="0" err="1">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Build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present the automated data cleansing system using NLP for healthcare records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703812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FFDDB-7F4B-5DCB-669B-8CB6024F6786}"/>
              </a:ext>
            </a:extLst>
          </p:cNvPr>
          <p:cNvSpPr>
            <a:spLocks noGrp="1"/>
          </p:cNvSpPr>
          <p:nvPr>
            <p:ph type="title"/>
          </p:nvPr>
        </p:nvSpPr>
        <p:spPr/>
        <p:txBody>
          <a:bodyPr/>
          <a:lstStyle/>
          <a:p>
            <a:pPr algn="ctr"/>
            <a:r>
              <a:rPr lang="en-US" sz="4400" b="1" dirty="0">
                <a:latin typeface="Times New Roman" panose="02020603050405020304" pitchFamily="18" charset="0"/>
                <a:cs typeface="Times New Roman" panose="02020603050405020304" pitchFamily="18" charset="0"/>
              </a:rPr>
              <a:t>4. PROJECT</a:t>
            </a:r>
            <a:br>
              <a:rPr lang="en-US" sz="4400"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0D66478-0123-7EDB-F307-EDE3DE90A119}"/>
              </a:ext>
            </a:extLst>
          </p:cNvPr>
          <p:cNvSpPr>
            <a:spLocks noGrp="1"/>
          </p:cNvSpPr>
          <p:nvPr>
            <p:ph idx="1"/>
          </p:nvPr>
        </p:nvSpPr>
        <p:spPr>
          <a:xfrm>
            <a:off x="838200" y="1690688"/>
            <a:ext cx="10515600" cy="4486275"/>
          </a:xfrm>
        </p:spPr>
        <p:txBody>
          <a:bodyPr>
            <a:normAutofit lnSpcReduction="10000"/>
          </a:bodyPr>
          <a:lstStyle/>
          <a:p>
            <a:r>
              <a:rPr lang="en-US" b="1" dirty="0">
                <a:latin typeface="Times New Roman" panose="02020603050405020304" pitchFamily="18" charset="0"/>
                <a:cs typeface="Times New Roman" panose="02020603050405020304" pitchFamily="18" charset="0"/>
              </a:rPr>
              <a:t>Title:</a:t>
            </a:r>
            <a:r>
              <a:rPr lang="en-US" dirty="0">
                <a:latin typeface="Times New Roman" panose="02020603050405020304" pitchFamily="18" charset="0"/>
                <a:cs typeface="Times New Roman" panose="02020603050405020304" pitchFamily="18" charset="0"/>
              </a:rPr>
              <a:t> Automating Data Cleansing for Healthcare Records with NLP</a:t>
            </a:r>
          </a:p>
          <a:p>
            <a:pPr eaLnBrk="0" fontAlgn="base" hangingPunct="0">
              <a:lnSpc>
                <a:spcPct val="200000"/>
              </a:lnSpc>
              <a:spcBef>
                <a:spcPct val="0"/>
              </a:spcBef>
              <a:spcAft>
                <a:spcPct val="0"/>
              </a:spcAf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Organization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Rooman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Technologies</a:t>
            </a:r>
          </a:p>
          <a:p>
            <a:pPr eaLnBrk="0" fontAlgn="base" hangingPunct="0">
              <a:lnSpc>
                <a:spcPct val="200000"/>
              </a:lnSpc>
              <a:spcBef>
                <a:spcPct val="0"/>
              </a:spcBef>
              <a:spcAft>
                <a:spcPct val="0"/>
              </a:spcAf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Domain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Healthcare + Natural Language Processing (NLP)</a:t>
            </a:r>
          </a:p>
          <a:p>
            <a:r>
              <a:rPr lang="en-US" b="1" dirty="0">
                <a:latin typeface="Times New Roman" panose="02020603050405020304" pitchFamily="18" charset="0"/>
                <a:cs typeface="Times New Roman" panose="02020603050405020304" pitchFamily="18" charset="0"/>
              </a:rPr>
              <a:t>Tools and Technologies</a:t>
            </a:r>
          </a:p>
          <a:p>
            <a:pPr marL="0" indent="0">
              <a:buNone/>
            </a:pPr>
            <a:r>
              <a:rPr lang="en-US" b="1" dirty="0">
                <a:latin typeface="Times New Roman" panose="02020603050405020304" pitchFamily="18" charset="0"/>
                <a:cs typeface="Times New Roman" panose="02020603050405020304" pitchFamily="18" charset="0"/>
              </a:rPr>
              <a:t>	Languages:</a:t>
            </a:r>
            <a:r>
              <a:rPr lang="en-US" dirty="0">
                <a:latin typeface="Times New Roman" panose="02020603050405020304" pitchFamily="18" charset="0"/>
                <a:cs typeface="Times New Roman" panose="02020603050405020304" pitchFamily="18" charset="0"/>
              </a:rPr>
              <a:t> Python, JavaScript</a:t>
            </a:r>
          </a:p>
          <a:p>
            <a:pPr marL="0" indent="0">
              <a:buNone/>
            </a:pPr>
            <a:r>
              <a:rPr lang="en-US" b="1" dirty="0">
                <a:latin typeface="Times New Roman" panose="02020603050405020304" pitchFamily="18" charset="0"/>
                <a:cs typeface="Times New Roman" panose="02020603050405020304" pitchFamily="18" charset="0"/>
              </a:rPr>
              <a:t>	Libraries:</a:t>
            </a:r>
            <a:r>
              <a:rPr lang="en-US" dirty="0">
                <a:latin typeface="Times New Roman" panose="02020603050405020304" pitchFamily="18" charset="0"/>
                <a:cs typeface="Times New Roman" panose="02020603050405020304" pitchFamily="18" charset="0"/>
              </a:rPr>
              <a:t> Pandas, scikit-learn, </a:t>
            </a:r>
            <a:r>
              <a:rPr lang="en-US" dirty="0" err="1">
                <a:latin typeface="Times New Roman" panose="02020603050405020304" pitchFamily="18" charset="0"/>
                <a:cs typeface="Times New Roman" panose="02020603050405020304" pitchFamily="18" charset="0"/>
              </a:rPr>
              <a:t>spaCy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TextBlob</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	Backend:</a:t>
            </a:r>
            <a:r>
              <a:rPr lang="en-US" dirty="0">
                <a:latin typeface="Times New Roman" panose="02020603050405020304" pitchFamily="18" charset="0"/>
                <a:cs typeface="Times New Roman" panose="02020603050405020304" pitchFamily="18" charset="0"/>
              </a:rPr>
              <a:t> Node.js + Express</a:t>
            </a:r>
          </a:p>
          <a:p>
            <a:pPr marL="0" indent="0">
              <a:buNone/>
            </a:pPr>
            <a:r>
              <a:rPr lang="en-US" b="1" dirty="0">
                <a:latin typeface="Times New Roman" panose="02020603050405020304" pitchFamily="18" charset="0"/>
                <a:cs typeface="Times New Roman" panose="02020603050405020304" pitchFamily="18" charset="0"/>
              </a:rPr>
              <a:t>	Frontend:</a:t>
            </a:r>
            <a:r>
              <a:rPr lang="en-US" dirty="0">
                <a:latin typeface="Times New Roman" panose="02020603050405020304" pitchFamily="18" charset="0"/>
                <a:cs typeface="Times New Roman" panose="02020603050405020304" pitchFamily="18" charset="0"/>
              </a:rPr>
              <a:t> HTML, CSS, Bootstrap, Chart.js</a:t>
            </a:r>
          </a:p>
          <a:p>
            <a:pPr marL="0" indent="0">
              <a:buNone/>
            </a:pPr>
            <a:endParaRPr lang="en-US" dirty="0"/>
          </a:p>
        </p:txBody>
      </p:sp>
      <p:sp>
        <p:nvSpPr>
          <p:cNvPr id="4" name="Date Placeholder 3">
            <a:extLst>
              <a:ext uri="{FF2B5EF4-FFF2-40B4-BE49-F238E27FC236}">
                <a16:creationId xmlns:a16="http://schemas.microsoft.com/office/drawing/2014/main" id="{3001E24D-DAE9-2EFC-6DAA-D5FCDCC8F144}"/>
              </a:ext>
            </a:extLst>
          </p:cNvPr>
          <p:cNvSpPr>
            <a:spLocks noGrp="1"/>
          </p:cNvSpPr>
          <p:nvPr>
            <p:ph type="dt" sz="half" idx="10"/>
          </p:nvPr>
        </p:nvSpPr>
        <p:spPr/>
        <p:txBody>
          <a:bodyPr/>
          <a:lstStyle/>
          <a:p>
            <a:fld id="{E6D7F0AD-2A29-47B2-B235-D04D796AAEE0}" type="datetime1">
              <a:rPr lang="en-IN" smtClean="0"/>
              <a:t>25-05-2025</a:t>
            </a:fld>
            <a:endParaRPr lang="en-IN"/>
          </a:p>
        </p:txBody>
      </p:sp>
      <p:sp>
        <p:nvSpPr>
          <p:cNvPr id="5" name="Slide Number Placeholder 4">
            <a:extLst>
              <a:ext uri="{FF2B5EF4-FFF2-40B4-BE49-F238E27FC236}">
                <a16:creationId xmlns:a16="http://schemas.microsoft.com/office/drawing/2014/main" id="{FFAF2C76-D461-12F1-EF1E-2AA80B52A0E5}"/>
              </a:ext>
            </a:extLst>
          </p:cNvPr>
          <p:cNvSpPr>
            <a:spLocks noGrp="1"/>
          </p:cNvSpPr>
          <p:nvPr>
            <p:ph type="sldNum" sz="quarter" idx="12"/>
          </p:nvPr>
        </p:nvSpPr>
        <p:spPr/>
        <p:txBody>
          <a:bodyPr/>
          <a:lstStyle/>
          <a:p>
            <a:fld id="{C68A5BF6-CC08-43EB-88E5-4A57D53E60A8}" type="slidenum">
              <a:rPr lang="en-IN" smtClean="0"/>
              <a:t>7</a:t>
            </a:fld>
            <a:endParaRPr lang="en-IN"/>
          </a:p>
        </p:txBody>
      </p:sp>
      <p:pic>
        <p:nvPicPr>
          <p:cNvPr id="6" name="object 3">
            <a:extLst>
              <a:ext uri="{FF2B5EF4-FFF2-40B4-BE49-F238E27FC236}">
                <a16:creationId xmlns:a16="http://schemas.microsoft.com/office/drawing/2014/main" id="{CB9AC672-B203-B20E-65DF-9AB550D3755B}"/>
              </a:ext>
            </a:extLst>
          </p:cNvPr>
          <p:cNvPicPr/>
          <p:nvPr/>
        </p:nvPicPr>
        <p:blipFill>
          <a:blip r:embed="rId2" cstate="print"/>
          <a:stretch>
            <a:fillRect/>
          </a:stretch>
        </p:blipFill>
        <p:spPr>
          <a:xfrm>
            <a:off x="203719" y="185738"/>
            <a:ext cx="2006081" cy="1322593"/>
          </a:xfrm>
          <a:prstGeom prst="rect">
            <a:avLst/>
          </a:prstGeom>
        </p:spPr>
      </p:pic>
    </p:spTree>
    <p:extLst>
      <p:ext uri="{BB962C8B-B14F-4D97-AF65-F5344CB8AC3E}">
        <p14:creationId xmlns:p14="http://schemas.microsoft.com/office/powerpoint/2010/main" val="743554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D1F81-F78A-1BF9-A514-A3BAA795FE40}"/>
              </a:ext>
            </a:extLst>
          </p:cNvPr>
          <p:cNvSpPr>
            <a:spLocks noGrp="1"/>
          </p:cNvSpPr>
          <p:nvPr>
            <p:ph type="title"/>
          </p:nvPr>
        </p:nvSpPr>
        <p:spPr/>
        <p:txBody>
          <a:bodyPr/>
          <a:lstStyle/>
          <a:p>
            <a:pPr algn="ctr"/>
            <a:r>
              <a:rPr lang="en-US" sz="4000" b="1" dirty="0">
                <a:latin typeface="Times New Roman" panose="02020603050405020304" pitchFamily="18" charset="0"/>
                <a:cs typeface="Times New Roman" panose="02020603050405020304" pitchFamily="18" charset="0"/>
              </a:rPr>
              <a:t>PROBLEM STATEMENT</a:t>
            </a:r>
            <a:br>
              <a:rPr lang="en-US" b="1" dirty="0"/>
            </a:br>
            <a:endParaRPr lang="en-US" dirty="0"/>
          </a:p>
        </p:txBody>
      </p:sp>
      <p:sp>
        <p:nvSpPr>
          <p:cNvPr id="3" name="Content Placeholder 2">
            <a:extLst>
              <a:ext uri="{FF2B5EF4-FFF2-40B4-BE49-F238E27FC236}">
                <a16:creationId xmlns:a16="http://schemas.microsoft.com/office/drawing/2014/main" id="{603B5878-607F-6F2C-541D-24B346F490D9}"/>
              </a:ext>
            </a:extLst>
          </p:cNvPr>
          <p:cNvSpPr>
            <a:spLocks noGrp="1"/>
          </p:cNvSpPr>
          <p:nvPr>
            <p:ph idx="1"/>
          </p:nvPr>
        </p:nvSpPr>
        <p:spPr/>
        <p:txBody>
          <a:bodyPr/>
          <a:lstStyle/>
          <a:p>
            <a:pPr>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Healthcare data is often messy, incomplete, and unstructured.</a:t>
            </a:r>
          </a:p>
          <a:p>
            <a:pPr>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Sources: Clinical notes, EHRs, prescriptions.</a:t>
            </a:r>
          </a:p>
          <a:p>
            <a:pPr>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Manual cleaning is time-consuming and error-prone.</a:t>
            </a:r>
          </a:p>
          <a:p>
            <a:pPr>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Need for an automated, intelligent solution to clean healthcare text data.</a:t>
            </a:r>
          </a:p>
          <a:p>
            <a:endParaRPr lang="en-US" dirty="0"/>
          </a:p>
        </p:txBody>
      </p:sp>
      <p:sp>
        <p:nvSpPr>
          <p:cNvPr id="4" name="Date Placeholder 3">
            <a:extLst>
              <a:ext uri="{FF2B5EF4-FFF2-40B4-BE49-F238E27FC236}">
                <a16:creationId xmlns:a16="http://schemas.microsoft.com/office/drawing/2014/main" id="{B408A874-83F4-5B80-A19B-E314E3BC8D18}"/>
              </a:ext>
            </a:extLst>
          </p:cNvPr>
          <p:cNvSpPr>
            <a:spLocks noGrp="1"/>
          </p:cNvSpPr>
          <p:nvPr>
            <p:ph type="dt" sz="half" idx="10"/>
          </p:nvPr>
        </p:nvSpPr>
        <p:spPr/>
        <p:txBody>
          <a:bodyPr/>
          <a:lstStyle/>
          <a:p>
            <a:fld id="{E6D7F0AD-2A29-47B2-B235-D04D796AAEE0}" type="datetime1">
              <a:rPr lang="en-IN" smtClean="0"/>
              <a:t>25-05-2025</a:t>
            </a:fld>
            <a:endParaRPr lang="en-IN"/>
          </a:p>
        </p:txBody>
      </p:sp>
      <p:sp>
        <p:nvSpPr>
          <p:cNvPr id="5" name="Slide Number Placeholder 4">
            <a:extLst>
              <a:ext uri="{FF2B5EF4-FFF2-40B4-BE49-F238E27FC236}">
                <a16:creationId xmlns:a16="http://schemas.microsoft.com/office/drawing/2014/main" id="{420F915F-796B-1508-D5A2-E9E7F9C681A9}"/>
              </a:ext>
            </a:extLst>
          </p:cNvPr>
          <p:cNvSpPr>
            <a:spLocks noGrp="1"/>
          </p:cNvSpPr>
          <p:nvPr>
            <p:ph type="sldNum" sz="quarter" idx="12"/>
          </p:nvPr>
        </p:nvSpPr>
        <p:spPr/>
        <p:txBody>
          <a:bodyPr/>
          <a:lstStyle/>
          <a:p>
            <a:fld id="{C68A5BF6-CC08-43EB-88E5-4A57D53E60A8}" type="slidenum">
              <a:rPr lang="en-IN" smtClean="0"/>
              <a:t>8</a:t>
            </a:fld>
            <a:endParaRPr lang="en-IN"/>
          </a:p>
        </p:txBody>
      </p:sp>
      <p:pic>
        <p:nvPicPr>
          <p:cNvPr id="6" name="object 3">
            <a:extLst>
              <a:ext uri="{FF2B5EF4-FFF2-40B4-BE49-F238E27FC236}">
                <a16:creationId xmlns:a16="http://schemas.microsoft.com/office/drawing/2014/main" id="{32BE0B68-BA9D-6AD9-C1CE-C46675306F03}"/>
              </a:ext>
            </a:extLst>
          </p:cNvPr>
          <p:cNvPicPr/>
          <p:nvPr/>
        </p:nvPicPr>
        <p:blipFill>
          <a:blip r:embed="rId2" cstate="print"/>
          <a:stretch>
            <a:fillRect/>
          </a:stretch>
        </p:blipFill>
        <p:spPr>
          <a:xfrm>
            <a:off x="203719" y="185738"/>
            <a:ext cx="2006081" cy="1322593"/>
          </a:xfrm>
          <a:prstGeom prst="rect">
            <a:avLst/>
          </a:prstGeom>
        </p:spPr>
      </p:pic>
    </p:spTree>
    <p:extLst>
      <p:ext uri="{BB962C8B-B14F-4D97-AF65-F5344CB8AC3E}">
        <p14:creationId xmlns:p14="http://schemas.microsoft.com/office/powerpoint/2010/main" val="2976206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0C8BF-1279-5BC7-6AC5-BB7BBFB1C0D2}"/>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PROJECT OBJECTIVES</a:t>
            </a:r>
          </a:p>
        </p:txBody>
      </p:sp>
      <p:sp>
        <p:nvSpPr>
          <p:cNvPr id="3" name="Content Placeholder 2">
            <a:extLst>
              <a:ext uri="{FF2B5EF4-FFF2-40B4-BE49-F238E27FC236}">
                <a16:creationId xmlns:a16="http://schemas.microsoft.com/office/drawing/2014/main" id="{C3100869-0EBB-618E-A88E-322650F64286}"/>
              </a:ext>
            </a:extLst>
          </p:cNvPr>
          <p:cNvSpPr>
            <a:spLocks noGrp="1"/>
          </p:cNvSpPr>
          <p:nvPr>
            <p:ph idx="1"/>
          </p:nvPr>
        </p:nvSpPr>
        <p:spPr/>
        <p:txBody>
          <a:bodyPr/>
          <a:lstStyle/>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Automatically clean and standardize healthcare data using NLP.</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Handle missing values, duplicate records, and ambiguous text.</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Encode variables for use in ML models.</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Output clean, structured, and usable datasets.</a:t>
            </a:r>
          </a:p>
          <a:p>
            <a:pPr marL="0" indent="0">
              <a:buNone/>
            </a:pPr>
            <a:endParaRPr lang="en-US" dirty="0"/>
          </a:p>
        </p:txBody>
      </p:sp>
      <p:sp>
        <p:nvSpPr>
          <p:cNvPr id="4" name="Date Placeholder 3">
            <a:extLst>
              <a:ext uri="{FF2B5EF4-FFF2-40B4-BE49-F238E27FC236}">
                <a16:creationId xmlns:a16="http://schemas.microsoft.com/office/drawing/2014/main" id="{773623C8-0507-7B24-435D-201528EC9F74}"/>
              </a:ext>
            </a:extLst>
          </p:cNvPr>
          <p:cNvSpPr>
            <a:spLocks noGrp="1"/>
          </p:cNvSpPr>
          <p:nvPr>
            <p:ph type="dt" sz="half" idx="10"/>
          </p:nvPr>
        </p:nvSpPr>
        <p:spPr/>
        <p:txBody>
          <a:bodyPr/>
          <a:lstStyle/>
          <a:p>
            <a:fld id="{E6D7F0AD-2A29-47B2-B235-D04D796AAEE0}" type="datetime1">
              <a:rPr lang="en-IN" smtClean="0"/>
              <a:t>25-05-2025</a:t>
            </a:fld>
            <a:endParaRPr lang="en-IN"/>
          </a:p>
        </p:txBody>
      </p:sp>
      <p:sp>
        <p:nvSpPr>
          <p:cNvPr id="5" name="Slide Number Placeholder 4">
            <a:extLst>
              <a:ext uri="{FF2B5EF4-FFF2-40B4-BE49-F238E27FC236}">
                <a16:creationId xmlns:a16="http://schemas.microsoft.com/office/drawing/2014/main" id="{E696168D-2C09-6460-1CB3-6249E3CC308D}"/>
              </a:ext>
            </a:extLst>
          </p:cNvPr>
          <p:cNvSpPr>
            <a:spLocks noGrp="1"/>
          </p:cNvSpPr>
          <p:nvPr>
            <p:ph type="sldNum" sz="quarter" idx="12"/>
          </p:nvPr>
        </p:nvSpPr>
        <p:spPr/>
        <p:txBody>
          <a:bodyPr/>
          <a:lstStyle/>
          <a:p>
            <a:fld id="{C68A5BF6-CC08-43EB-88E5-4A57D53E60A8}" type="slidenum">
              <a:rPr lang="en-IN" smtClean="0"/>
              <a:t>9</a:t>
            </a:fld>
            <a:endParaRPr lang="en-IN"/>
          </a:p>
        </p:txBody>
      </p:sp>
      <p:pic>
        <p:nvPicPr>
          <p:cNvPr id="6" name="object 3">
            <a:extLst>
              <a:ext uri="{FF2B5EF4-FFF2-40B4-BE49-F238E27FC236}">
                <a16:creationId xmlns:a16="http://schemas.microsoft.com/office/drawing/2014/main" id="{514B54D5-B2DC-9C3B-7866-D851E70C9D60}"/>
              </a:ext>
            </a:extLst>
          </p:cNvPr>
          <p:cNvPicPr/>
          <p:nvPr/>
        </p:nvPicPr>
        <p:blipFill>
          <a:blip r:embed="rId2" cstate="print"/>
          <a:stretch>
            <a:fillRect/>
          </a:stretch>
        </p:blipFill>
        <p:spPr>
          <a:xfrm>
            <a:off x="203719" y="185738"/>
            <a:ext cx="2006081" cy="1322593"/>
          </a:xfrm>
          <a:prstGeom prst="rect">
            <a:avLst/>
          </a:prstGeom>
        </p:spPr>
      </p:pic>
    </p:spTree>
    <p:extLst>
      <p:ext uri="{BB962C8B-B14F-4D97-AF65-F5344CB8AC3E}">
        <p14:creationId xmlns:p14="http://schemas.microsoft.com/office/powerpoint/2010/main" val="3465340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3BED9-5EB3-E0B4-6699-EA38F89EA974}"/>
              </a:ext>
            </a:extLst>
          </p:cNvPr>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METHODOLOGY</a:t>
            </a:r>
          </a:p>
        </p:txBody>
      </p:sp>
      <p:sp>
        <p:nvSpPr>
          <p:cNvPr id="4" name="Date Placeholder 3">
            <a:extLst>
              <a:ext uri="{FF2B5EF4-FFF2-40B4-BE49-F238E27FC236}">
                <a16:creationId xmlns:a16="http://schemas.microsoft.com/office/drawing/2014/main" id="{16AAEC9E-CBA0-0645-AFA1-65F5FF3DDC44}"/>
              </a:ext>
            </a:extLst>
          </p:cNvPr>
          <p:cNvSpPr>
            <a:spLocks noGrp="1"/>
          </p:cNvSpPr>
          <p:nvPr>
            <p:ph type="dt" sz="half" idx="10"/>
          </p:nvPr>
        </p:nvSpPr>
        <p:spPr/>
        <p:txBody>
          <a:bodyPr/>
          <a:lstStyle/>
          <a:p>
            <a:fld id="{7DC94FF8-3F26-4876-ABCE-5F66BE354CB2}" type="datetime1">
              <a:rPr lang="en-IN" smtClean="0"/>
              <a:t>25-05-2025</a:t>
            </a:fld>
            <a:endParaRPr lang="en-IN"/>
          </a:p>
        </p:txBody>
      </p:sp>
      <p:sp>
        <p:nvSpPr>
          <p:cNvPr id="6" name="Rectangle 1">
            <a:extLst>
              <a:ext uri="{FF2B5EF4-FFF2-40B4-BE49-F238E27FC236}">
                <a16:creationId xmlns:a16="http://schemas.microsoft.com/office/drawing/2014/main" id="{49AFE977-5D0D-AF97-C369-EDA4B564F3E6}"/>
              </a:ext>
            </a:extLst>
          </p:cNvPr>
          <p:cNvSpPr>
            <a:spLocks noGrp="1" noChangeArrowheads="1"/>
          </p:cNvSpPr>
          <p:nvPr>
            <p:ph idx="1"/>
          </p:nvPr>
        </p:nvSpPr>
        <p:spPr bwMode="auto">
          <a:xfrm>
            <a:off x="838200" y="242563"/>
            <a:ext cx="11087100" cy="5496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US" sz="3200" dirty="0">
              <a:latin typeface="Times New Roman" panose="02020603050405020304" pitchFamily="18" charset="0"/>
              <a:cs typeface="Times New Roman" panose="02020603050405020304" pitchFamily="18" charset="0"/>
            </a:endParaRPr>
          </a:p>
          <a:p>
            <a:pPr>
              <a:lnSpc>
                <a:spcPct val="150000"/>
              </a:lnSpc>
            </a:pPr>
            <a:endParaRPr lang="en-US" sz="3200" dirty="0">
              <a:latin typeface="Times New Roman" panose="02020603050405020304" pitchFamily="18" charset="0"/>
              <a:cs typeface="Times New Roman" panose="02020603050405020304" pitchFamily="18" charset="0"/>
            </a:endParaRPr>
          </a:p>
          <a:p>
            <a:pPr>
              <a:lnSpc>
                <a:spcPct val="150000"/>
              </a:lnSpc>
            </a:pPr>
            <a:r>
              <a:rPr lang="en-US" sz="3200" dirty="0">
                <a:latin typeface="Times New Roman" panose="02020603050405020304" pitchFamily="18" charset="0"/>
                <a:cs typeface="Times New Roman" panose="02020603050405020304" pitchFamily="18" charset="0"/>
              </a:rPr>
              <a:t>Use Python, Pandas, and </a:t>
            </a:r>
            <a:r>
              <a:rPr lang="en-US" sz="3200" dirty="0" err="1">
                <a:latin typeface="Times New Roman" panose="02020603050405020304" pitchFamily="18" charset="0"/>
                <a:cs typeface="Times New Roman" panose="02020603050405020304" pitchFamily="18" charset="0"/>
              </a:rPr>
              <a:t>LabelEncoder</a:t>
            </a:r>
            <a:r>
              <a:rPr lang="en-US" sz="3200" dirty="0">
                <a:latin typeface="Times New Roman" panose="02020603050405020304" pitchFamily="18" charset="0"/>
                <a:cs typeface="Times New Roman" panose="02020603050405020304" pitchFamily="18" charset="0"/>
              </a:rPr>
              <a:t> for preprocessing.</a:t>
            </a:r>
          </a:p>
          <a:p>
            <a:pPr>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Apply NLP (regex, sentiment analysis, NER).</a:t>
            </a:r>
          </a:p>
          <a:p>
            <a:pPr>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Build API using Node.js + Express.</a:t>
            </a:r>
          </a:p>
          <a:p>
            <a:pPr>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Visualize using HTML, Bootstrap, Chart.js.</a:t>
            </a:r>
          </a:p>
          <a:p>
            <a:pPr eaLnBrk="0" fontAlgn="base" hangingPunct="0">
              <a:lnSpc>
                <a:spcPct val="200000"/>
              </a:lnSpc>
              <a:spcBef>
                <a:spcPct val="0"/>
              </a:spcBef>
              <a:spcAft>
                <a:spcPct val="0"/>
              </a:spcAf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949B5E2-A15E-3C0F-8EC7-577FE93E7671}"/>
              </a:ext>
            </a:extLst>
          </p:cNvPr>
          <p:cNvSpPr>
            <a:spLocks noGrp="1"/>
          </p:cNvSpPr>
          <p:nvPr>
            <p:ph type="sldNum" sz="quarter" idx="12"/>
          </p:nvPr>
        </p:nvSpPr>
        <p:spPr/>
        <p:txBody>
          <a:bodyPr/>
          <a:lstStyle/>
          <a:p>
            <a:fld id="{C68A5BF6-CC08-43EB-88E5-4A57D53E60A8}" type="slidenum">
              <a:rPr lang="en-IN" smtClean="0"/>
              <a:t>10</a:t>
            </a:fld>
            <a:endParaRPr lang="en-IN"/>
          </a:p>
        </p:txBody>
      </p:sp>
      <p:pic>
        <p:nvPicPr>
          <p:cNvPr id="5" name="object 3">
            <a:extLst>
              <a:ext uri="{FF2B5EF4-FFF2-40B4-BE49-F238E27FC236}">
                <a16:creationId xmlns:a16="http://schemas.microsoft.com/office/drawing/2014/main" id="{DB2AFBED-DA53-4F9C-8C57-5239F52B4CDA}"/>
              </a:ext>
            </a:extLst>
          </p:cNvPr>
          <p:cNvPicPr/>
          <p:nvPr/>
        </p:nvPicPr>
        <p:blipFill>
          <a:blip r:embed="rId2" cstate="print"/>
          <a:stretch>
            <a:fillRect/>
          </a:stretch>
        </p:blipFill>
        <p:spPr>
          <a:xfrm>
            <a:off x="0" y="136525"/>
            <a:ext cx="2006081" cy="1322593"/>
          </a:xfrm>
          <a:prstGeom prst="rect">
            <a:avLst/>
          </a:prstGeom>
        </p:spPr>
      </p:pic>
    </p:spTree>
    <p:extLst>
      <p:ext uri="{BB962C8B-B14F-4D97-AF65-F5344CB8AC3E}">
        <p14:creationId xmlns:p14="http://schemas.microsoft.com/office/powerpoint/2010/main" val="3605516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8E254-4AF1-D43B-F695-A2D8531EAAB1}"/>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FLOWCHART</a:t>
            </a:r>
          </a:p>
        </p:txBody>
      </p:sp>
      <p:pic>
        <p:nvPicPr>
          <p:cNvPr id="7" name="Content Placeholder 6">
            <a:extLst>
              <a:ext uri="{FF2B5EF4-FFF2-40B4-BE49-F238E27FC236}">
                <a16:creationId xmlns:a16="http://schemas.microsoft.com/office/drawing/2014/main" id="{35694C17-4FE3-A576-D173-F195A80A49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57141" y="1587357"/>
            <a:ext cx="3477717" cy="4184966"/>
          </a:xfrm>
        </p:spPr>
      </p:pic>
      <p:sp>
        <p:nvSpPr>
          <p:cNvPr id="4" name="Date Placeholder 3">
            <a:extLst>
              <a:ext uri="{FF2B5EF4-FFF2-40B4-BE49-F238E27FC236}">
                <a16:creationId xmlns:a16="http://schemas.microsoft.com/office/drawing/2014/main" id="{948197CB-3706-7DCB-70A9-EE21A2979E3C}"/>
              </a:ext>
            </a:extLst>
          </p:cNvPr>
          <p:cNvSpPr>
            <a:spLocks noGrp="1"/>
          </p:cNvSpPr>
          <p:nvPr>
            <p:ph type="dt" sz="half" idx="10"/>
          </p:nvPr>
        </p:nvSpPr>
        <p:spPr/>
        <p:txBody>
          <a:bodyPr/>
          <a:lstStyle/>
          <a:p>
            <a:fld id="{E6D7F0AD-2A29-47B2-B235-D04D796AAEE0}" type="datetime1">
              <a:rPr lang="en-IN" smtClean="0"/>
              <a:t>25-05-2025</a:t>
            </a:fld>
            <a:endParaRPr lang="en-IN"/>
          </a:p>
        </p:txBody>
      </p:sp>
      <p:sp>
        <p:nvSpPr>
          <p:cNvPr id="5" name="Slide Number Placeholder 4">
            <a:extLst>
              <a:ext uri="{FF2B5EF4-FFF2-40B4-BE49-F238E27FC236}">
                <a16:creationId xmlns:a16="http://schemas.microsoft.com/office/drawing/2014/main" id="{36344154-FA66-086D-047C-90FB6E83EDA0}"/>
              </a:ext>
            </a:extLst>
          </p:cNvPr>
          <p:cNvSpPr>
            <a:spLocks noGrp="1"/>
          </p:cNvSpPr>
          <p:nvPr>
            <p:ph type="sldNum" sz="quarter" idx="12"/>
          </p:nvPr>
        </p:nvSpPr>
        <p:spPr/>
        <p:txBody>
          <a:bodyPr/>
          <a:lstStyle/>
          <a:p>
            <a:fld id="{C68A5BF6-CC08-43EB-88E5-4A57D53E60A8}" type="slidenum">
              <a:rPr lang="en-IN" smtClean="0"/>
              <a:t>11</a:t>
            </a:fld>
            <a:endParaRPr lang="en-IN"/>
          </a:p>
        </p:txBody>
      </p:sp>
      <p:sp>
        <p:nvSpPr>
          <p:cNvPr id="9" name="TextBox 8">
            <a:extLst>
              <a:ext uri="{FF2B5EF4-FFF2-40B4-BE49-F238E27FC236}">
                <a16:creationId xmlns:a16="http://schemas.microsoft.com/office/drawing/2014/main" id="{84E6BBA4-378C-4095-FB5B-A88402AE45C4}"/>
              </a:ext>
            </a:extLst>
          </p:cNvPr>
          <p:cNvSpPr txBox="1"/>
          <p:nvPr/>
        </p:nvSpPr>
        <p:spPr>
          <a:xfrm>
            <a:off x="4126042" y="5668992"/>
            <a:ext cx="6093500" cy="923330"/>
          </a:xfrm>
          <a:prstGeom prst="rect">
            <a:avLst/>
          </a:prstGeom>
          <a:noFill/>
        </p:spPr>
        <p:txBody>
          <a:bodyPr wrap="square">
            <a:spAutoFit/>
          </a:bodyPr>
          <a:lstStyle/>
          <a:p>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Figure 1</a:t>
            </a:r>
            <a:r>
              <a:rPr lang="en-I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Flowchart of the Project</a:t>
            </a:r>
            <a:r>
              <a:rPr lang="en-IN" b="1"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p:txBody>
      </p:sp>
      <p:pic>
        <p:nvPicPr>
          <p:cNvPr id="10" name="object 3">
            <a:extLst>
              <a:ext uri="{FF2B5EF4-FFF2-40B4-BE49-F238E27FC236}">
                <a16:creationId xmlns:a16="http://schemas.microsoft.com/office/drawing/2014/main" id="{3A7A91D1-57EA-AC74-75E9-4EB55991997A}"/>
              </a:ext>
            </a:extLst>
          </p:cNvPr>
          <p:cNvPicPr/>
          <p:nvPr/>
        </p:nvPicPr>
        <p:blipFill>
          <a:blip r:embed="rId3" cstate="print"/>
          <a:stretch>
            <a:fillRect/>
          </a:stretch>
        </p:blipFill>
        <p:spPr>
          <a:xfrm>
            <a:off x="0" y="136525"/>
            <a:ext cx="2006081" cy="1322593"/>
          </a:xfrm>
          <a:prstGeom prst="rect">
            <a:avLst/>
          </a:prstGeom>
        </p:spPr>
      </p:pic>
    </p:spTree>
    <p:extLst>
      <p:ext uri="{BB962C8B-B14F-4D97-AF65-F5344CB8AC3E}">
        <p14:creationId xmlns:p14="http://schemas.microsoft.com/office/powerpoint/2010/main" val="3693034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EB27E-38A7-F101-D6AC-6CBE4584443F}"/>
              </a:ext>
            </a:extLst>
          </p:cNvPr>
          <p:cNvSpPr>
            <a:spLocks noGrp="1"/>
          </p:cNvSpPr>
          <p:nvPr>
            <p:ph type="title"/>
          </p:nvPr>
        </p:nvSpPr>
        <p:spPr/>
        <p:txBody>
          <a:bodyPr/>
          <a:lstStyle/>
          <a:p>
            <a:pPr algn="ctr"/>
            <a:r>
              <a:rPr lang="en-US" sz="4000" b="1" dirty="0">
                <a:latin typeface="Times New Roman" panose="02020603050405020304" pitchFamily="18" charset="0"/>
                <a:cs typeface="Times New Roman" panose="02020603050405020304" pitchFamily="18" charset="0"/>
              </a:rPr>
              <a:t>IMPLEMENTATION STEPS</a:t>
            </a:r>
            <a:br>
              <a:rPr lang="en-US" b="1" dirty="0"/>
            </a:br>
            <a:endParaRPr lang="en-US" dirty="0"/>
          </a:p>
        </p:txBody>
      </p:sp>
      <p:sp>
        <p:nvSpPr>
          <p:cNvPr id="4" name="Date Placeholder 3">
            <a:extLst>
              <a:ext uri="{FF2B5EF4-FFF2-40B4-BE49-F238E27FC236}">
                <a16:creationId xmlns:a16="http://schemas.microsoft.com/office/drawing/2014/main" id="{445CC78E-4781-F7B7-8A06-C56E855A499E}"/>
              </a:ext>
            </a:extLst>
          </p:cNvPr>
          <p:cNvSpPr>
            <a:spLocks noGrp="1"/>
          </p:cNvSpPr>
          <p:nvPr>
            <p:ph type="dt" sz="half" idx="10"/>
          </p:nvPr>
        </p:nvSpPr>
        <p:spPr/>
        <p:txBody>
          <a:bodyPr/>
          <a:lstStyle/>
          <a:p>
            <a:fld id="{E6D7F0AD-2A29-47B2-B235-D04D796AAEE0}" type="datetime1">
              <a:rPr lang="en-IN" smtClean="0"/>
              <a:t>25-05-2025</a:t>
            </a:fld>
            <a:endParaRPr lang="en-IN"/>
          </a:p>
        </p:txBody>
      </p:sp>
      <p:sp>
        <p:nvSpPr>
          <p:cNvPr id="5" name="Slide Number Placeholder 4">
            <a:extLst>
              <a:ext uri="{FF2B5EF4-FFF2-40B4-BE49-F238E27FC236}">
                <a16:creationId xmlns:a16="http://schemas.microsoft.com/office/drawing/2014/main" id="{3058A55A-811C-3B57-E1D3-156B22CE586B}"/>
              </a:ext>
            </a:extLst>
          </p:cNvPr>
          <p:cNvSpPr>
            <a:spLocks noGrp="1"/>
          </p:cNvSpPr>
          <p:nvPr>
            <p:ph type="sldNum" sz="quarter" idx="12"/>
          </p:nvPr>
        </p:nvSpPr>
        <p:spPr/>
        <p:txBody>
          <a:bodyPr/>
          <a:lstStyle/>
          <a:p>
            <a:fld id="{C68A5BF6-CC08-43EB-88E5-4A57D53E60A8}" type="slidenum">
              <a:rPr lang="en-IN" smtClean="0"/>
              <a:t>12</a:t>
            </a:fld>
            <a:endParaRPr lang="en-IN"/>
          </a:p>
        </p:txBody>
      </p:sp>
      <p:sp>
        <p:nvSpPr>
          <p:cNvPr id="6" name="Rectangle 1">
            <a:extLst>
              <a:ext uri="{FF2B5EF4-FFF2-40B4-BE49-F238E27FC236}">
                <a16:creationId xmlns:a16="http://schemas.microsoft.com/office/drawing/2014/main" id="{54178078-A457-BCDC-BD18-CB330C2AE111}"/>
              </a:ext>
            </a:extLst>
          </p:cNvPr>
          <p:cNvSpPr>
            <a:spLocks noGrp="1" noChangeArrowheads="1"/>
          </p:cNvSpPr>
          <p:nvPr>
            <p:ph idx="1"/>
          </p:nvPr>
        </p:nvSpPr>
        <p:spPr bwMode="auto">
          <a:xfrm>
            <a:off x="838200" y="1600638"/>
            <a:ext cx="1063143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Load Dataset using Pandas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 &amp; Fill Missing Values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NLP on Symptom:</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regex or </a:t>
            </a:r>
            <a:r>
              <a:rPr kumimoji="0" lang="en-US" altLang="en-US" sz="3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spaCy</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extract entities like "fever", "fatigue"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Encode categorical columns with </a:t>
            </a:r>
            <a:r>
              <a:rPr kumimoji="0" lang="en-US" altLang="en-US" sz="3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LabelEncoder</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Export final CSV</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object 3">
            <a:extLst>
              <a:ext uri="{FF2B5EF4-FFF2-40B4-BE49-F238E27FC236}">
                <a16:creationId xmlns:a16="http://schemas.microsoft.com/office/drawing/2014/main" id="{EEEFD2B7-2F92-8CA6-4ABF-0ADE1418C378}"/>
              </a:ext>
            </a:extLst>
          </p:cNvPr>
          <p:cNvPicPr/>
          <p:nvPr/>
        </p:nvPicPr>
        <p:blipFill>
          <a:blip r:embed="rId2" cstate="print"/>
          <a:stretch>
            <a:fillRect/>
          </a:stretch>
        </p:blipFill>
        <p:spPr>
          <a:xfrm>
            <a:off x="0" y="136525"/>
            <a:ext cx="2006081" cy="1322593"/>
          </a:xfrm>
          <a:prstGeom prst="rect">
            <a:avLst/>
          </a:prstGeom>
        </p:spPr>
      </p:pic>
    </p:spTree>
    <p:extLst>
      <p:ext uri="{BB962C8B-B14F-4D97-AF65-F5344CB8AC3E}">
        <p14:creationId xmlns:p14="http://schemas.microsoft.com/office/powerpoint/2010/main" val="2812311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6DB31-7ACF-10AF-7E11-E55B7412AC4C}"/>
              </a:ext>
            </a:extLst>
          </p:cNvPr>
          <p:cNvSpPr>
            <a:spLocks noGrp="1"/>
          </p:cNvSpPr>
          <p:nvPr>
            <p:ph type="title"/>
          </p:nvPr>
        </p:nvSpPr>
        <p:spPr/>
        <p:txBody>
          <a:bodyPr/>
          <a:lstStyle/>
          <a:p>
            <a:pPr algn="ctr"/>
            <a:r>
              <a:rPr lang="en-US" sz="4000" b="1" dirty="0">
                <a:latin typeface="Times New Roman" panose="02020603050405020304" pitchFamily="18" charset="0"/>
                <a:cs typeface="Times New Roman" panose="02020603050405020304" pitchFamily="18" charset="0"/>
              </a:rPr>
              <a:t>SCREENSHOTS</a:t>
            </a:r>
            <a:br>
              <a:rPr lang="en-US" sz="4400" dirty="0">
                <a:latin typeface="Times New Roman" panose="02020603050405020304" pitchFamily="18" charset="0"/>
                <a:cs typeface="Times New Roman" panose="02020603050405020304" pitchFamily="18" charset="0"/>
              </a:rPr>
            </a:br>
            <a:endParaRPr lang="en-US" dirty="0"/>
          </a:p>
        </p:txBody>
      </p:sp>
      <p:pic>
        <p:nvPicPr>
          <p:cNvPr id="7" name="Content Placeholder 6">
            <a:extLst>
              <a:ext uri="{FF2B5EF4-FFF2-40B4-BE49-F238E27FC236}">
                <a16:creationId xmlns:a16="http://schemas.microsoft.com/office/drawing/2014/main" id="{A1B6A474-47EA-F782-FE1C-DEE911E5A5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6255" y="1411235"/>
            <a:ext cx="8581653" cy="4035529"/>
          </a:xfrm>
        </p:spPr>
      </p:pic>
      <p:sp>
        <p:nvSpPr>
          <p:cNvPr id="4" name="Date Placeholder 3">
            <a:extLst>
              <a:ext uri="{FF2B5EF4-FFF2-40B4-BE49-F238E27FC236}">
                <a16:creationId xmlns:a16="http://schemas.microsoft.com/office/drawing/2014/main" id="{3D97040F-C319-9AD5-EF7B-9E6DA831D836}"/>
              </a:ext>
            </a:extLst>
          </p:cNvPr>
          <p:cNvSpPr>
            <a:spLocks noGrp="1"/>
          </p:cNvSpPr>
          <p:nvPr>
            <p:ph type="dt" sz="half" idx="10"/>
          </p:nvPr>
        </p:nvSpPr>
        <p:spPr/>
        <p:txBody>
          <a:bodyPr/>
          <a:lstStyle/>
          <a:p>
            <a:fld id="{E6D7F0AD-2A29-47B2-B235-D04D796AAEE0}" type="datetime1">
              <a:rPr lang="en-IN" smtClean="0"/>
              <a:t>25-05-2025</a:t>
            </a:fld>
            <a:endParaRPr lang="en-IN"/>
          </a:p>
        </p:txBody>
      </p:sp>
      <p:sp>
        <p:nvSpPr>
          <p:cNvPr id="5" name="Slide Number Placeholder 4">
            <a:extLst>
              <a:ext uri="{FF2B5EF4-FFF2-40B4-BE49-F238E27FC236}">
                <a16:creationId xmlns:a16="http://schemas.microsoft.com/office/drawing/2014/main" id="{D317C881-BB40-B872-DFFC-1BC20F23D0C1}"/>
              </a:ext>
            </a:extLst>
          </p:cNvPr>
          <p:cNvSpPr>
            <a:spLocks noGrp="1"/>
          </p:cNvSpPr>
          <p:nvPr>
            <p:ph type="sldNum" sz="quarter" idx="12"/>
          </p:nvPr>
        </p:nvSpPr>
        <p:spPr/>
        <p:txBody>
          <a:bodyPr/>
          <a:lstStyle/>
          <a:p>
            <a:fld id="{C68A5BF6-CC08-43EB-88E5-4A57D53E60A8}" type="slidenum">
              <a:rPr lang="en-IN" smtClean="0"/>
              <a:t>13</a:t>
            </a:fld>
            <a:endParaRPr lang="en-IN"/>
          </a:p>
        </p:txBody>
      </p:sp>
      <p:sp>
        <p:nvSpPr>
          <p:cNvPr id="9" name="TextBox 8">
            <a:extLst>
              <a:ext uri="{FF2B5EF4-FFF2-40B4-BE49-F238E27FC236}">
                <a16:creationId xmlns:a16="http://schemas.microsoft.com/office/drawing/2014/main" id="{20B6D528-B29D-3FBA-B94E-ABCE9E3807BE}"/>
              </a:ext>
            </a:extLst>
          </p:cNvPr>
          <p:cNvSpPr txBox="1"/>
          <p:nvPr/>
        </p:nvSpPr>
        <p:spPr>
          <a:xfrm>
            <a:off x="1648918" y="3102087"/>
            <a:ext cx="10238282" cy="3139321"/>
          </a:xfrm>
          <a:prstGeom prst="rect">
            <a:avLst/>
          </a:prstGeom>
          <a:noFill/>
        </p:spPr>
        <p:txBody>
          <a:bodyPr wrap="square">
            <a:spAutoFit/>
          </a:bodyPr>
          <a:lstStyle/>
          <a:p>
            <a:pPr algn="ctr"/>
            <a:endParaRPr lang="en-US" sz="1800" b="1" i="0" u="none" strike="noStrike" baseline="0" dirty="0">
              <a:solidFill>
                <a:srgbClr val="000000"/>
              </a:solidFill>
              <a:latin typeface="Times New Roman" panose="02020603050405020304" pitchFamily="18" charset="0"/>
            </a:endParaRPr>
          </a:p>
          <a:p>
            <a:pPr algn="ctr"/>
            <a:endParaRPr lang="en-US" b="1" dirty="0">
              <a:solidFill>
                <a:srgbClr val="000000"/>
              </a:solidFill>
              <a:latin typeface="Times New Roman" panose="02020603050405020304" pitchFamily="18" charset="0"/>
            </a:endParaRPr>
          </a:p>
          <a:p>
            <a:pPr algn="ctr"/>
            <a:endParaRPr lang="en-US" sz="1800" b="1" i="0" u="none" strike="noStrike" baseline="0" dirty="0">
              <a:solidFill>
                <a:srgbClr val="000000"/>
              </a:solidFill>
              <a:latin typeface="Times New Roman" panose="02020603050405020304" pitchFamily="18" charset="0"/>
            </a:endParaRPr>
          </a:p>
          <a:p>
            <a:pPr algn="ctr"/>
            <a:endParaRPr lang="en-US" b="1" dirty="0">
              <a:solidFill>
                <a:srgbClr val="000000"/>
              </a:solidFill>
              <a:latin typeface="Times New Roman" panose="02020603050405020304" pitchFamily="18" charset="0"/>
            </a:endParaRPr>
          </a:p>
          <a:p>
            <a:pPr algn="ctr"/>
            <a:endParaRPr lang="en-US" sz="1800" b="1" i="0" u="none" strike="noStrike" baseline="0" dirty="0">
              <a:solidFill>
                <a:srgbClr val="000000"/>
              </a:solidFill>
              <a:latin typeface="Times New Roman" panose="02020603050405020304" pitchFamily="18" charset="0"/>
            </a:endParaRPr>
          </a:p>
          <a:p>
            <a:pPr algn="ctr"/>
            <a:endParaRPr lang="en-US" b="1" dirty="0">
              <a:solidFill>
                <a:srgbClr val="000000"/>
              </a:solidFill>
              <a:latin typeface="Times New Roman" panose="02020603050405020304" pitchFamily="18" charset="0"/>
            </a:endParaRPr>
          </a:p>
          <a:p>
            <a:pPr algn="ctr"/>
            <a:endParaRPr lang="en-US" sz="1800" b="1" i="0" u="none" strike="noStrike" baseline="0" dirty="0">
              <a:solidFill>
                <a:srgbClr val="000000"/>
              </a:solidFill>
              <a:latin typeface="Times New Roman" panose="02020603050405020304" pitchFamily="18" charset="0"/>
            </a:endParaRPr>
          </a:p>
          <a:p>
            <a:pPr algn="ctr"/>
            <a:endParaRPr lang="en-US" b="1" dirty="0">
              <a:solidFill>
                <a:srgbClr val="000000"/>
              </a:solidFill>
              <a:latin typeface="Times New Roman" panose="02020603050405020304" pitchFamily="18" charset="0"/>
            </a:endParaRPr>
          </a:p>
          <a:p>
            <a:pPr algn="ctr"/>
            <a:endParaRPr lang="en-US" sz="1800" b="1" i="0" u="none" strike="noStrike" baseline="0" dirty="0">
              <a:solidFill>
                <a:srgbClr val="000000"/>
              </a:solidFill>
              <a:latin typeface="Times New Roman" panose="02020603050405020304" pitchFamily="18" charset="0"/>
            </a:endParaRPr>
          </a:p>
          <a:p>
            <a:pPr algn="ctr"/>
            <a:endParaRPr lang="en-US" b="1" dirty="0">
              <a:solidFill>
                <a:srgbClr val="000000"/>
              </a:solidFill>
              <a:latin typeface="Times New Roman" panose="02020603050405020304" pitchFamily="18" charset="0"/>
            </a:endParaRPr>
          </a:p>
          <a:p>
            <a:pPr algn="ctr"/>
            <a:r>
              <a:rPr lang="en-US" sz="1800" b="1" i="0" u="none" strike="noStrike" baseline="0" dirty="0">
                <a:solidFill>
                  <a:srgbClr val="000000"/>
                </a:solidFill>
                <a:latin typeface="Times New Roman" panose="02020603050405020304" pitchFamily="18" charset="0"/>
              </a:rPr>
              <a:t>Figure 2: Dashboard Interface for Automated Healthcare Data Cleansing </a:t>
            </a:r>
            <a:endParaRPr lang="en-US" dirty="0"/>
          </a:p>
        </p:txBody>
      </p:sp>
      <p:pic>
        <p:nvPicPr>
          <p:cNvPr id="10" name="object 3">
            <a:extLst>
              <a:ext uri="{FF2B5EF4-FFF2-40B4-BE49-F238E27FC236}">
                <a16:creationId xmlns:a16="http://schemas.microsoft.com/office/drawing/2014/main" id="{673643F6-74D2-B7D9-8927-AB96A8F35D44}"/>
              </a:ext>
            </a:extLst>
          </p:cNvPr>
          <p:cNvPicPr/>
          <p:nvPr/>
        </p:nvPicPr>
        <p:blipFill>
          <a:blip r:embed="rId3" cstate="print"/>
          <a:stretch>
            <a:fillRect/>
          </a:stretch>
        </p:blipFill>
        <p:spPr>
          <a:xfrm>
            <a:off x="0" y="136525"/>
            <a:ext cx="2006081" cy="1322593"/>
          </a:xfrm>
          <a:prstGeom prst="rect">
            <a:avLst/>
          </a:prstGeom>
        </p:spPr>
      </p:pic>
    </p:spTree>
    <p:extLst>
      <p:ext uri="{BB962C8B-B14F-4D97-AF65-F5344CB8AC3E}">
        <p14:creationId xmlns:p14="http://schemas.microsoft.com/office/powerpoint/2010/main" val="3678861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12896-5989-FE67-9068-46D9F39452E3}"/>
              </a:ext>
            </a:extLst>
          </p:cNvPr>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OUTCOMES &amp; BENEFITS</a:t>
            </a:r>
          </a:p>
        </p:txBody>
      </p:sp>
      <p:sp>
        <p:nvSpPr>
          <p:cNvPr id="4" name="Date Placeholder 3">
            <a:extLst>
              <a:ext uri="{FF2B5EF4-FFF2-40B4-BE49-F238E27FC236}">
                <a16:creationId xmlns:a16="http://schemas.microsoft.com/office/drawing/2014/main" id="{B89E2602-22C1-CEC7-836C-CF5494AD567D}"/>
              </a:ext>
            </a:extLst>
          </p:cNvPr>
          <p:cNvSpPr>
            <a:spLocks noGrp="1"/>
          </p:cNvSpPr>
          <p:nvPr>
            <p:ph type="dt" sz="half" idx="10"/>
          </p:nvPr>
        </p:nvSpPr>
        <p:spPr/>
        <p:txBody>
          <a:bodyPr/>
          <a:lstStyle/>
          <a:p>
            <a:fld id="{3DF93AD4-5CD3-4596-8223-9C798C6B4BBC}" type="datetime1">
              <a:rPr lang="en-IN" smtClean="0"/>
              <a:t>25-05-2025</a:t>
            </a:fld>
            <a:endParaRPr lang="en-IN"/>
          </a:p>
        </p:txBody>
      </p:sp>
      <p:sp>
        <p:nvSpPr>
          <p:cNvPr id="6" name="Rectangle 1">
            <a:extLst>
              <a:ext uri="{FF2B5EF4-FFF2-40B4-BE49-F238E27FC236}">
                <a16:creationId xmlns:a16="http://schemas.microsoft.com/office/drawing/2014/main" id="{EF52EDE5-1EEF-9931-9FC9-16309D5492AC}"/>
              </a:ext>
            </a:extLst>
          </p:cNvPr>
          <p:cNvSpPr>
            <a:spLocks noGrp="1" noChangeArrowheads="1"/>
          </p:cNvSpPr>
          <p:nvPr>
            <p:ph idx="1"/>
          </p:nvPr>
        </p:nvSpPr>
        <p:spPr bwMode="auto">
          <a:xfrm>
            <a:off x="838200" y="-150805"/>
            <a:ext cx="9036448" cy="577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just">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Automated and repeatable data cleaning</a:t>
            </a:r>
          </a:p>
          <a:p>
            <a:pPr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Converts messy medical text into structured features</a:t>
            </a:r>
          </a:p>
          <a:p>
            <a:pPr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NLP adds deeper insight into patient descriptions</a:t>
            </a:r>
          </a:p>
          <a:p>
            <a:pPr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Prepares datasets for ML, analytics, or dashboards</a:t>
            </a:r>
          </a:p>
          <a:p>
            <a:pPr eaLnBrk="0" fontAlgn="base" hangingPunct="0">
              <a:lnSpc>
                <a:spcPct val="200000"/>
              </a:lnSpc>
              <a:spcBef>
                <a:spcPct val="0"/>
              </a:spcBef>
              <a:spcAft>
                <a:spcPct val="0"/>
              </a:spcAf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E03A311-49ED-ECFD-7EAB-4DD3C0A24EA9}"/>
              </a:ext>
            </a:extLst>
          </p:cNvPr>
          <p:cNvSpPr>
            <a:spLocks noGrp="1"/>
          </p:cNvSpPr>
          <p:nvPr>
            <p:ph type="sldNum" sz="quarter" idx="12"/>
          </p:nvPr>
        </p:nvSpPr>
        <p:spPr/>
        <p:txBody>
          <a:bodyPr/>
          <a:lstStyle/>
          <a:p>
            <a:fld id="{C68A5BF6-CC08-43EB-88E5-4A57D53E60A8}" type="slidenum">
              <a:rPr lang="en-IN" smtClean="0"/>
              <a:t>14</a:t>
            </a:fld>
            <a:endParaRPr lang="en-IN"/>
          </a:p>
        </p:txBody>
      </p:sp>
      <p:pic>
        <p:nvPicPr>
          <p:cNvPr id="5" name="object 3">
            <a:extLst>
              <a:ext uri="{FF2B5EF4-FFF2-40B4-BE49-F238E27FC236}">
                <a16:creationId xmlns:a16="http://schemas.microsoft.com/office/drawing/2014/main" id="{5C2886BB-52BF-1DF5-D26C-B7FC45024C5A}"/>
              </a:ext>
            </a:extLst>
          </p:cNvPr>
          <p:cNvPicPr/>
          <p:nvPr/>
        </p:nvPicPr>
        <p:blipFill>
          <a:blip r:embed="rId2" cstate="print"/>
          <a:stretch>
            <a:fillRect/>
          </a:stretch>
        </p:blipFill>
        <p:spPr>
          <a:xfrm>
            <a:off x="0" y="136525"/>
            <a:ext cx="2006081" cy="1322593"/>
          </a:xfrm>
          <a:prstGeom prst="rect">
            <a:avLst/>
          </a:prstGeom>
        </p:spPr>
      </p:pic>
    </p:spTree>
    <p:extLst>
      <p:ext uri="{BB962C8B-B14F-4D97-AF65-F5344CB8AC3E}">
        <p14:creationId xmlns:p14="http://schemas.microsoft.com/office/powerpoint/2010/main" val="3592514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0332F-158E-5D6E-6402-B205B08D17C2}"/>
              </a:ext>
            </a:extLst>
          </p:cNvPr>
          <p:cNvSpPr>
            <a:spLocks noGrp="1"/>
          </p:cNvSpPr>
          <p:nvPr>
            <p:ph type="title"/>
          </p:nvPr>
        </p:nvSpPr>
        <p:spPr>
          <a:xfrm>
            <a:off x="1000124" y="365125"/>
            <a:ext cx="10353675"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56B1928-6B4E-3148-EE23-CF361A36C1D6}"/>
              </a:ext>
            </a:extLst>
          </p:cNvPr>
          <p:cNvSpPr>
            <a:spLocks noGrp="1"/>
          </p:cNvSpPr>
          <p:nvPr>
            <p:ph idx="1"/>
          </p:nvPr>
        </p:nvSpPr>
        <p:spPr>
          <a:xfrm>
            <a:off x="1085850" y="1469035"/>
            <a:ext cx="10515600" cy="4109439"/>
          </a:xfrm>
        </p:spPr>
        <p:txBody>
          <a:bodyPr>
            <a:normAutofit/>
          </a:bodyPr>
          <a:lstStyle/>
          <a:p>
            <a:pPr marL="0" indent="0">
              <a:lnSpc>
                <a:spcPct val="200000"/>
              </a:lnSpc>
              <a:buNone/>
            </a:pPr>
            <a:r>
              <a:rPr lang="en-US" sz="2400" dirty="0">
                <a:latin typeface="Times New Roman" panose="02020603050405020304" pitchFamily="18" charset="0"/>
                <a:cs typeface="Times New Roman" panose="02020603050405020304" pitchFamily="18" charset="0"/>
              </a:rPr>
              <a:t>NLP enables automated healthcare data cleaning by turning unstructured medical text into structured insights ready for analysis. This improves the accuracy and reliability of downstream machine learning models. The system demonstrates how AI can streamline healthcare data workflows efficiently.</a:t>
            </a:r>
          </a:p>
          <a:p>
            <a:pPr marL="0" indent="0">
              <a:lnSpc>
                <a:spcPct val="200000"/>
              </a:lnSpc>
              <a:buNone/>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DC69472-E3B6-1B5C-547F-6E53A0D2FDCF}"/>
              </a:ext>
            </a:extLst>
          </p:cNvPr>
          <p:cNvSpPr>
            <a:spLocks noGrp="1"/>
          </p:cNvSpPr>
          <p:nvPr>
            <p:ph type="dt" sz="half" idx="10"/>
          </p:nvPr>
        </p:nvSpPr>
        <p:spPr/>
        <p:txBody>
          <a:bodyPr/>
          <a:lstStyle/>
          <a:p>
            <a:fld id="{20A6899C-E913-40E2-9D02-5EC90251BB8B}" type="datetime1">
              <a:rPr lang="en-IN" smtClean="0"/>
              <a:t>25-05-2025</a:t>
            </a:fld>
            <a:endParaRPr lang="en-IN"/>
          </a:p>
        </p:txBody>
      </p:sp>
      <p:sp>
        <p:nvSpPr>
          <p:cNvPr id="6" name="Slide Number Placeholder 5">
            <a:extLst>
              <a:ext uri="{FF2B5EF4-FFF2-40B4-BE49-F238E27FC236}">
                <a16:creationId xmlns:a16="http://schemas.microsoft.com/office/drawing/2014/main" id="{2414F886-CAF6-42AD-3044-4796F83441C2}"/>
              </a:ext>
            </a:extLst>
          </p:cNvPr>
          <p:cNvSpPr>
            <a:spLocks noGrp="1"/>
          </p:cNvSpPr>
          <p:nvPr>
            <p:ph type="sldNum" sz="quarter" idx="12"/>
          </p:nvPr>
        </p:nvSpPr>
        <p:spPr/>
        <p:txBody>
          <a:bodyPr/>
          <a:lstStyle/>
          <a:p>
            <a:fld id="{C68A5BF6-CC08-43EB-88E5-4A57D53E60A8}" type="slidenum">
              <a:rPr lang="en-IN" smtClean="0"/>
              <a:t>15</a:t>
            </a:fld>
            <a:endParaRPr lang="en-IN"/>
          </a:p>
        </p:txBody>
      </p:sp>
      <p:pic>
        <p:nvPicPr>
          <p:cNvPr id="5" name="object 3">
            <a:extLst>
              <a:ext uri="{FF2B5EF4-FFF2-40B4-BE49-F238E27FC236}">
                <a16:creationId xmlns:a16="http://schemas.microsoft.com/office/drawing/2014/main" id="{6DE8CCF9-B000-C4B1-9BBA-A31B52D18F96}"/>
              </a:ext>
            </a:extLst>
          </p:cNvPr>
          <p:cNvPicPr/>
          <p:nvPr/>
        </p:nvPicPr>
        <p:blipFill>
          <a:blip r:embed="rId2" cstate="print"/>
          <a:stretch>
            <a:fillRect/>
          </a:stretch>
        </p:blipFill>
        <p:spPr>
          <a:xfrm>
            <a:off x="0" y="136525"/>
            <a:ext cx="2006081" cy="1322593"/>
          </a:xfrm>
          <a:prstGeom prst="rect">
            <a:avLst/>
          </a:prstGeom>
        </p:spPr>
      </p:pic>
    </p:spTree>
    <p:extLst>
      <p:ext uri="{BB962C8B-B14F-4D97-AF65-F5344CB8AC3E}">
        <p14:creationId xmlns:p14="http://schemas.microsoft.com/office/powerpoint/2010/main" val="3213343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F4783-B352-E81C-B777-CF8C822150D1}"/>
              </a:ext>
            </a:extLst>
          </p:cNvPr>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REFERENCES</a:t>
            </a:r>
            <a:endParaRPr lang="en-US" sz="4000" b="1" dirty="0"/>
          </a:p>
        </p:txBody>
      </p:sp>
      <p:sp>
        <p:nvSpPr>
          <p:cNvPr id="3" name="Content Placeholder 2">
            <a:extLst>
              <a:ext uri="{FF2B5EF4-FFF2-40B4-BE49-F238E27FC236}">
                <a16:creationId xmlns:a16="http://schemas.microsoft.com/office/drawing/2014/main" id="{C6FB3305-538A-7766-372D-6E8D96CC8F93}"/>
              </a:ext>
            </a:extLst>
          </p:cNvPr>
          <p:cNvSpPr>
            <a:spLocks noGrp="1"/>
          </p:cNvSpPr>
          <p:nvPr>
            <p:ph idx="1"/>
          </p:nvPr>
        </p:nvSpPr>
        <p:spPr>
          <a:xfrm>
            <a:off x="689548" y="1847850"/>
            <a:ext cx="10664252" cy="4351338"/>
          </a:xfrm>
        </p:spPr>
        <p:txBody>
          <a:bodyPr>
            <a:normAutofit fontScale="62500" lnSpcReduction="20000"/>
          </a:bodyPr>
          <a:lstStyle/>
          <a:p>
            <a:pPr marL="0" marR="465455" lvl="0" indent="0" algn="just">
              <a:lnSpc>
                <a:spcPct val="170000"/>
              </a:lnSpc>
              <a:spcBef>
                <a:spcPts val="1000"/>
              </a:spcBef>
              <a:buSzPts val="1200"/>
              <a:buNone/>
              <a:tabLst>
                <a:tab pos="735965" algn="l"/>
                <a:tab pos="741680" algn="l"/>
              </a:tabLst>
            </a:pPr>
            <a:r>
              <a:rPr lang="en-US" sz="2200" dirty="0">
                <a:solidFill>
                  <a:srgbClr val="1F1F1F"/>
                </a:solidFill>
                <a:latin typeface="Times New Roman" panose="02020603050405020304" pitchFamily="18" charset="0"/>
                <a:ea typeface="Times New Roman" panose="02020603050405020304" pitchFamily="18" charset="0"/>
              </a:rPr>
              <a:t>[</a:t>
            </a:r>
            <a:r>
              <a:rPr lang="en-US" sz="2200" spc="0" dirty="0">
                <a:solidFill>
                  <a:srgbClr val="1F1F1F"/>
                </a:solidFill>
                <a:effectLst/>
                <a:latin typeface="Times New Roman" panose="02020603050405020304" pitchFamily="18" charset="0"/>
                <a:ea typeface="Times New Roman" panose="02020603050405020304" pitchFamily="18" charset="0"/>
              </a:rPr>
              <a:t>1] Shi, Xi, Charlotte Prins, Gijs Van </a:t>
            </a:r>
            <a:r>
              <a:rPr lang="en-US" sz="2200" spc="0" dirty="0" err="1">
                <a:solidFill>
                  <a:srgbClr val="1F1F1F"/>
                </a:solidFill>
                <a:effectLst/>
                <a:latin typeface="Times New Roman" panose="02020603050405020304" pitchFamily="18" charset="0"/>
                <a:ea typeface="Times New Roman" panose="02020603050405020304" pitchFamily="18" charset="0"/>
              </a:rPr>
              <a:t>Pottelbergh</a:t>
            </a:r>
            <a:r>
              <a:rPr lang="en-US" sz="2200" spc="0" dirty="0">
                <a:solidFill>
                  <a:srgbClr val="1F1F1F"/>
                </a:solidFill>
                <a:effectLst/>
                <a:latin typeface="Times New Roman" panose="02020603050405020304" pitchFamily="18" charset="0"/>
                <a:ea typeface="Times New Roman" panose="02020603050405020304" pitchFamily="18" charset="0"/>
              </a:rPr>
              <a:t>, Pavlos Mamouris, Bert Vaes, and Bart De Moor. "An automated data cleaning method for Electronic Health Records by incorporating</a:t>
            </a:r>
            <a:r>
              <a:rPr lang="en-US" sz="2200" spc="200" dirty="0">
                <a:solidFill>
                  <a:srgbClr val="1F1F1F"/>
                </a:solidFill>
                <a:effectLst/>
                <a:latin typeface="Times New Roman" panose="02020603050405020304" pitchFamily="18" charset="0"/>
                <a:ea typeface="Times New Roman" panose="02020603050405020304" pitchFamily="18" charset="0"/>
              </a:rPr>
              <a:t> </a:t>
            </a:r>
            <a:r>
              <a:rPr lang="en-US" sz="2200" spc="0" dirty="0">
                <a:solidFill>
                  <a:srgbClr val="1F1F1F"/>
                </a:solidFill>
                <a:effectLst/>
                <a:latin typeface="Times New Roman" panose="02020603050405020304" pitchFamily="18" charset="0"/>
                <a:ea typeface="Times New Roman" panose="02020603050405020304" pitchFamily="18" charset="0"/>
              </a:rPr>
              <a:t>clinical</a:t>
            </a:r>
            <a:r>
              <a:rPr lang="en-US" sz="2200" spc="200" dirty="0">
                <a:solidFill>
                  <a:srgbClr val="1F1F1F"/>
                </a:solidFill>
                <a:effectLst/>
                <a:latin typeface="Times New Roman" panose="02020603050405020304" pitchFamily="18" charset="0"/>
                <a:ea typeface="Times New Roman" panose="02020603050405020304" pitchFamily="18" charset="0"/>
              </a:rPr>
              <a:t> </a:t>
            </a:r>
            <a:r>
              <a:rPr lang="en-US" sz="2200" spc="0" dirty="0">
                <a:solidFill>
                  <a:srgbClr val="1F1F1F"/>
                </a:solidFill>
                <a:effectLst/>
                <a:latin typeface="Times New Roman" panose="02020603050405020304" pitchFamily="18" charset="0"/>
                <a:ea typeface="Times New Roman" panose="02020603050405020304" pitchFamily="18" charset="0"/>
              </a:rPr>
              <a:t>knowledge."</a:t>
            </a:r>
            <a:r>
              <a:rPr lang="en-US" sz="2200" spc="-5" dirty="0">
                <a:solidFill>
                  <a:srgbClr val="1F1F1F"/>
                </a:solidFill>
                <a:effectLst/>
                <a:latin typeface="Times New Roman" panose="02020603050405020304" pitchFamily="18" charset="0"/>
                <a:ea typeface="Times New Roman" panose="02020603050405020304" pitchFamily="18" charset="0"/>
              </a:rPr>
              <a:t> </a:t>
            </a:r>
            <a:r>
              <a:rPr lang="en-US" sz="2200" spc="0" dirty="0">
                <a:solidFill>
                  <a:srgbClr val="1F1F1F"/>
                </a:solidFill>
                <a:effectLst/>
                <a:latin typeface="Times New Roman" panose="02020603050405020304" pitchFamily="18" charset="0"/>
                <a:ea typeface="Times New Roman" panose="02020603050405020304" pitchFamily="18" charset="0"/>
              </a:rPr>
              <a:t>BMC</a:t>
            </a:r>
            <a:r>
              <a:rPr lang="en-US" sz="2200" spc="200" dirty="0">
                <a:solidFill>
                  <a:srgbClr val="1F1F1F"/>
                </a:solidFill>
                <a:effectLst/>
                <a:latin typeface="Times New Roman" panose="02020603050405020304" pitchFamily="18" charset="0"/>
                <a:ea typeface="Times New Roman" panose="02020603050405020304" pitchFamily="18" charset="0"/>
              </a:rPr>
              <a:t> </a:t>
            </a:r>
            <a:r>
              <a:rPr lang="en-US" sz="2200" spc="0" dirty="0">
                <a:solidFill>
                  <a:srgbClr val="1F1F1F"/>
                </a:solidFill>
                <a:effectLst/>
                <a:latin typeface="Times New Roman" panose="02020603050405020304" pitchFamily="18" charset="0"/>
                <a:ea typeface="Times New Roman" panose="02020603050405020304" pitchFamily="18" charset="0"/>
              </a:rPr>
              <a:t>Medical</a:t>
            </a:r>
            <a:r>
              <a:rPr lang="en-US" sz="2200" spc="200" dirty="0">
                <a:solidFill>
                  <a:srgbClr val="1F1F1F"/>
                </a:solidFill>
                <a:effectLst/>
                <a:latin typeface="Times New Roman" panose="02020603050405020304" pitchFamily="18" charset="0"/>
                <a:ea typeface="Times New Roman" panose="02020603050405020304" pitchFamily="18" charset="0"/>
              </a:rPr>
              <a:t> </a:t>
            </a:r>
            <a:r>
              <a:rPr lang="en-US" sz="2200" spc="0" dirty="0">
                <a:solidFill>
                  <a:srgbClr val="1F1F1F"/>
                </a:solidFill>
                <a:effectLst/>
                <a:latin typeface="Times New Roman" panose="02020603050405020304" pitchFamily="18" charset="0"/>
                <a:ea typeface="Times New Roman" panose="02020603050405020304" pitchFamily="18" charset="0"/>
              </a:rPr>
              <a:t>Informatics</a:t>
            </a:r>
            <a:r>
              <a:rPr lang="en-US" sz="2200" spc="200" dirty="0">
                <a:solidFill>
                  <a:srgbClr val="1F1F1F"/>
                </a:solidFill>
                <a:effectLst/>
                <a:latin typeface="Times New Roman" panose="02020603050405020304" pitchFamily="18" charset="0"/>
                <a:ea typeface="Times New Roman" panose="02020603050405020304" pitchFamily="18" charset="0"/>
              </a:rPr>
              <a:t> </a:t>
            </a:r>
            <a:r>
              <a:rPr lang="en-US" sz="2200" spc="0" dirty="0">
                <a:solidFill>
                  <a:srgbClr val="1F1F1F"/>
                </a:solidFill>
                <a:effectLst/>
                <a:latin typeface="Times New Roman" panose="02020603050405020304" pitchFamily="18" charset="0"/>
                <a:ea typeface="Times New Roman" panose="02020603050405020304" pitchFamily="18" charset="0"/>
              </a:rPr>
              <a:t>and</a:t>
            </a:r>
            <a:r>
              <a:rPr lang="en-US" sz="2200" spc="200" dirty="0">
                <a:solidFill>
                  <a:srgbClr val="1F1F1F"/>
                </a:solidFill>
                <a:effectLst/>
                <a:latin typeface="Times New Roman" panose="02020603050405020304" pitchFamily="18" charset="0"/>
                <a:ea typeface="Times New Roman" panose="02020603050405020304" pitchFamily="18" charset="0"/>
              </a:rPr>
              <a:t> </a:t>
            </a:r>
            <a:r>
              <a:rPr lang="en-US" sz="2200" spc="0" dirty="0">
                <a:solidFill>
                  <a:srgbClr val="1F1F1F"/>
                </a:solidFill>
                <a:effectLst/>
                <a:latin typeface="Times New Roman" panose="02020603050405020304" pitchFamily="18" charset="0"/>
                <a:ea typeface="Times New Roman" panose="02020603050405020304" pitchFamily="18" charset="0"/>
              </a:rPr>
              <a:t>Decision</a:t>
            </a:r>
            <a:r>
              <a:rPr lang="en-US" sz="2200" spc="400" dirty="0">
                <a:solidFill>
                  <a:srgbClr val="1F1F1F"/>
                </a:solidFill>
                <a:effectLst/>
                <a:latin typeface="Times New Roman" panose="02020603050405020304" pitchFamily="18" charset="0"/>
                <a:ea typeface="Times New Roman" panose="02020603050405020304" pitchFamily="18" charset="0"/>
              </a:rPr>
              <a:t> </a:t>
            </a:r>
            <a:r>
              <a:rPr lang="en-US" sz="2200" spc="0" dirty="0">
                <a:solidFill>
                  <a:srgbClr val="1F1F1F"/>
                </a:solidFill>
                <a:effectLst/>
                <a:latin typeface="Times New Roman" panose="02020603050405020304" pitchFamily="18" charset="0"/>
                <a:ea typeface="Times New Roman" panose="02020603050405020304" pitchFamily="18" charset="0"/>
              </a:rPr>
              <a:t>Making 21 (2021): 1-10.</a:t>
            </a:r>
            <a:endParaRPr lang="en-US" sz="2200" spc="0" dirty="0">
              <a:effectLst/>
              <a:latin typeface="Times New Roman" panose="02020603050405020304" pitchFamily="18" charset="0"/>
              <a:ea typeface="Times New Roman" panose="02020603050405020304" pitchFamily="18" charset="0"/>
            </a:endParaRPr>
          </a:p>
          <a:p>
            <a:pPr marL="0" marR="465455" lvl="0" indent="0" algn="just">
              <a:lnSpc>
                <a:spcPct val="170000"/>
              </a:lnSpc>
              <a:buSzPts val="1200"/>
              <a:buNone/>
              <a:tabLst>
                <a:tab pos="735965" algn="l"/>
                <a:tab pos="741680" algn="l"/>
              </a:tabLst>
            </a:pPr>
            <a:r>
              <a:rPr lang="en-US" sz="2200" spc="0" dirty="0">
                <a:effectLst/>
                <a:latin typeface="Times New Roman" panose="02020603050405020304" pitchFamily="18" charset="0"/>
                <a:ea typeface="Times New Roman" panose="02020603050405020304" pitchFamily="18" charset="0"/>
              </a:rPr>
              <a:t>[2] Leema, A. Anne, and M. Hemalatha. "Data Cleaning Framework for Healthcare Applications."</a:t>
            </a:r>
            <a:r>
              <a:rPr lang="en-US" sz="2200" spc="-5" dirty="0">
                <a:effectLst/>
                <a:latin typeface="Times New Roman" panose="02020603050405020304" pitchFamily="18" charset="0"/>
                <a:ea typeface="Times New Roman" panose="02020603050405020304" pitchFamily="18" charset="0"/>
              </a:rPr>
              <a:t> </a:t>
            </a:r>
            <a:r>
              <a:rPr lang="en-US" sz="2200" spc="0" dirty="0" err="1">
                <a:effectLst/>
                <a:latin typeface="Times New Roman" panose="02020603050405020304" pitchFamily="18" charset="0"/>
                <a:ea typeface="Times New Roman" panose="02020603050405020304" pitchFamily="18" charset="0"/>
              </a:rPr>
              <a:t>Bonfring</a:t>
            </a:r>
            <a:r>
              <a:rPr lang="en-US" sz="2200" spc="0" dirty="0">
                <a:effectLst/>
                <a:latin typeface="Times New Roman" panose="02020603050405020304" pitchFamily="18" charset="0"/>
                <a:ea typeface="Times New Roman" panose="02020603050405020304" pitchFamily="18" charset="0"/>
              </a:rPr>
              <a:t> International Journal of Research in Communication Engineering 1 (2011): 31.</a:t>
            </a:r>
          </a:p>
          <a:p>
            <a:pPr marL="0" marR="0" lvl="0" indent="0">
              <a:lnSpc>
                <a:spcPct val="170000"/>
              </a:lnSpc>
              <a:buSzPts val="1200"/>
              <a:buNone/>
              <a:tabLst>
                <a:tab pos="737235" algn="l"/>
              </a:tabLst>
            </a:pPr>
            <a:r>
              <a:rPr lang="en-US" sz="2200" spc="0" dirty="0">
                <a:effectLst/>
                <a:latin typeface="Times New Roman" panose="02020603050405020304" pitchFamily="18" charset="0"/>
                <a:ea typeface="Times New Roman" panose="02020603050405020304" pitchFamily="18" charset="0"/>
              </a:rPr>
              <a:t>[3] ,</a:t>
            </a:r>
            <a:r>
              <a:rPr lang="en-US" sz="2200" spc="-45"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MD</a:t>
            </a:r>
            <a:r>
              <a:rPr lang="en-US" sz="2200" spc="-45"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RUSSEL,</a:t>
            </a:r>
            <a:r>
              <a:rPr lang="en-US" sz="2200" spc="-35"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ESRAT</a:t>
            </a:r>
            <a:r>
              <a:rPr lang="en-US" sz="2200" spc="-35"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ZAHAN</a:t>
            </a:r>
            <a:r>
              <a:rPr lang="en-US" sz="2200" spc="-45"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SNIGDHA,</a:t>
            </a:r>
            <a:r>
              <a:rPr lang="en-US" sz="2200" spc="-30"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and</a:t>
            </a:r>
            <a:r>
              <a:rPr lang="en-US" sz="2200" spc="-30"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SHOHONI</a:t>
            </a:r>
            <a:r>
              <a:rPr lang="en-US" sz="2200" spc="-35" dirty="0">
                <a:effectLst/>
                <a:latin typeface="Times New Roman" panose="02020603050405020304" pitchFamily="18" charset="0"/>
                <a:ea typeface="Times New Roman" panose="02020603050405020304" pitchFamily="18" charset="0"/>
              </a:rPr>
              <a:t> </a:t>
            </a:r>
            <a:r>
              <a:rPr lang="en-US" sz="2200" spc="-10" dirty="0">
                <a:effectLst/>
                <a:latin typeface="Times New Roman" panose="02020603050405020304" pitchFamily="18" charset="0"/>
                <a:ea typeface="Times New Roman" panose="02020603050405020304" pitchFamily="18" charset="0"/>
              </a:rPr>
              <a:t>MAHABUB.</a:t>
            </a:r>
            <a:r>
              <a:rPr lang="en-US" sz="2200" dirty="0">
                <a:effectLst/>
                <a:latin typeface="Times New Roman" panose="02020603050405020304" pitchFamily="18" charset="0"/>
                <a:ea typeface="Times New Roman" panose="02020603050405020304" pitchFamily="18" charset="0"/>
              </a:rPr>
              <a:t>"AI-Driven Data Optimization: Automating Cleaning, Feature Engineering, and Augmentation for Superior Machine Learning Performance in Digital Health Care System."</a:t>
            </a:r>
            <a:r>
              <a:rPr lang="en-US" sz="2200" spc="-7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Journal of Computer Science</a:t>
            </a:r>
            <a:r>
              <a:rPr lang="en-US" sz="2200" spc="9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and Technology Studies</a:t>
            </a:r>
            <a:r>
              <a:rPr lang="en-US" sz="2200" spc="-3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5, no. 4 (2023): 218-</a:t>
            </a:r>
            <a:r>
              <a:rPr lang="en-US" sz="2200" spc="-20" dirty="0">
                <a:effectLst/>
                <a:latin typeface="Times New Roman" panose="02020603050405020304" pitchFamily="18" charset="0"/>
                <a:ea typeface="Times New Roman" panose="02020603050405020304" pitchFamily="18" charset="0"/>
              </a:rPr>
              <a:t>228.</a:t>
            </a:r>
            <a:endParaRPr lang="en-US" sz="2200" dirty="0">
              <a:effectLst/>
              <a:latin typeface="Times New Roman" panose="02020603050405020304" pitchFamily="18" charset="0"/>
              <a:ea typeface="Times New Roman" panose="02020603050405020304" pitchFamily="18" charset="0"/>
            </a:endParaRPr>
          </a:p>
          <a:p>
            <a:pPr marL="0" marR="465455" lvl="0" indent="0" algn="just">
              <a:lnSpc>
                <a:spcPct val="170000"/>
              </a:lnSpc>
              <a:spcBef>
                <a:spcPts val="685"/>
              </a:spcBef>
              <a:buSzPts val="1200"/>
              <a:buNone/>
              <a:tabLst>
                <a:tab pos="735965" algn="l"/>
                <a:tab pos="741680" algn="l"/>
              </a:tabLst>
            </a:pPr>
            <a:r>
              <a:rPr lang="en-US" sz="2200" spc="0" dirty="0">
                <a:effectLst/>
                <a:latin typeface="Times New Roman" panose="02020603050405020304" pitchFamily="18" charset="0"/>
                <a:ea typeface="Times New Roman" panose="02020603050405020304" pitchFamily="18" charset="0"/>
              </a:rPr>
              <a:t>[4] Liu, </a:t>
            </a:r>
            <a:r>
              <a:rPr lang="en-US" sz="2200" spc="0" dirty="0" err="1">
                <a:effectLst/>
                <a:latin typeface="Times New Roman" panose="02020603050405020304" pitchFamily="18" charset="0"/>
                <a:ea typeface="Times New Roman" panose="02020603050405020304" pitchFamily="18" charset="0"/>
              </a:rPr>
              <a:t>Mingxuan</a:t>
            </a:r>
            <a:r>
              <a:rPr lang="en-US" sz="2200" spc="0" dirty="0">
                <a:effectLst/>
                <a:latin typeface="Times New Roman" panose="02020603050405020304" pitchFamily="18" charset="0"/>
                <a:ea typeface="Times New Roman" panose="02020603050405020304" pitchFamily="18" charset="0"/>
              </a:rPr>
              <a:t>, Siqi Li, Han Yuan, Marcus Eng Hock Ong, Yilin Ning, Feng Xie, Seyed Ehsan Saffari et al. "Handling missing values in healthcare data: A systematic review of deep learning-based imputation techniques."</a:t>
            </a:r>
            <a:r>
              <a:rPr lang="en-US" sz="2200" spc="-10"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Artificial intelligence in medicine 142 (2023): 102587.</a:t>
            </a:r>
          </a:p>
          <a:p>
            <a:pPr marL="0" marR="462280" lvl="0" indent="0" algn="just">
              <a:lnSpc>
                <a:spcPct val="170000"/>
              </a:lnSpc>
              <a:buSzPts val="1200"/>
              <a:buNone/>
              <a:tabLst>
                <a:tab pos="735965" algn="l"/>
                <a:tab pos="741680" algn="l"/>
              </a:tabLst>
            </a:pPr>
            <a:r>
              <a:rPr lang="en-US" sz="2200" spc="0" dirty="0">
                <a:effectLst/>
                <a:latin typeface="Times New Roman" panose="02020603050405020304" pitchFamily="18" charset="0"/>
                <a:ea typeface="Times New Roman" panose="02020603050405020304" pitchFamily="18" charset="0"/>
              </a:rPr>
              <a:t>[5] </a:t>
            </a:r>
            <a:r>
              <a:rPr lang="en-US" sz="2200" spc="0" dirty="0" err="1">
                <a:effectLst/>
                <a:latin typeface="Times New Roman" panose="02020603050405020304" pitchFamily="18" charset="0"/>
                <a:ea typeface="Times New Roman" panose="02020603050405020304" pitchFamily="18" charset="0"/>
              </a:rPr>
              <a:t>Sarafidis</a:t>
            </a:r>
            <a:r>
              <a:rPr lang="en-US" sz="2200" spc="0" dirty="0">
                <a:effectLst/>
                <a:latin typeface="Times New Roman" panose="02020603050405020304" pitchFamily="18" charset="0"/>
                <a:ea typeface="Times New Roman" panose="02020603050405020304" pitchFamily="18" charset="0"/>
              </a:rPr>
              <a:t>, Michail, Marilena </a:t>
            </a:r>
            <a:r>
              <a:rPr lang="en-US" sz="2200" spc="0" dirty="0" err="1">
                <a:effectLst/>
                <a:latin typeface="Times New Roman" panose="02020603050405020304" pitchFamily="18" charset="0"/>
                <a:ea typeface="Times New Roman" panose="02020603050405020304" pitchFamily="18" charset="0"/>
              </a:rPr>
              <a:t>Tarousi</a:t>
            </a:r>
            <a:r>
              <a:rPr lang="en-US" sz="2200" spc="0" dirty="0">
                <a:effectLst/>
                <a:latin typeface="Times New Roman" panose="02020603050405020304" pitchFamily="18" charset="0"/>
                <a:ea typeface="Times New Roman" panose="02020603050405020304" pitchFamily="18" charset="0"/>
              </a:rPr>
              <a:t>, Athanasios Anastasiou, Stavros </a:t>
            </a:r>
            <a:r>
              <a:rPr lang="en-US" sz="2200" spc="0" dirty="0" err="1">
                <a:effectLst/>
                <a:latin typeface="Times New Roman" panose="02020603050405020304" pitchFamily="18" charset="0"/>
                <a:ea typeface="Times New Roman" panose="02020603050405020304" pitchFamily="18" charset="0"/>
              </a:rPr>
              <a:t>Pitoglou</a:t>
            </a:r>
            <a:r>
              <a:rPr lang="en-US" sz="2200" spc="0" dirty="0">
                <a:effectLst/>
                <a:latin typeface="Times New Roman" panose="02020603050405020304" pitchFamily="18" charset="0"/>
                <a:ea typeface="Times New Roman" panose="02020603050405020304" pitchFamily="18" charset="0"/>
              </a:rPr>
              <a:t>, Efstratios </a:t>
            </a:r>
            <a:r>
              <a:rPr lang="en-US" sz="2200" spc="0" dirty="0" err="1">
                <a:effectLst/>
                <a:latin typeface="Times New Roman" panose="02020603050405020304" pitchFamily="18" charset="0"/>
                <a:ea typeface="Times New Roman" panose="02020603050405020304" pitchFamily="18" charset="0"/>
              </a:rPr>
              <a:t>Lampoukas</a:t>
            </a:r>
            <a:r>
              <a:rPr lang="en-US" sz="2200" spc="0" dirty="0">
                <a:effectLst/>
                <a:latin typeface="Times New Roman" panose="02020603050405020304" pitchFamily="18" charset="0"/>
                <a:ea typeface="Times New Roman" panose="02020603050405020304" pitchFamily="18" charset="0"/>
              </a:rPr>
              <a:t>, Athanasios </a:t>
            </a:r>
            <a:r>
              <a:rPr lang="en-US" sz="2200" spc="0" dirty="0" err="1">
                <a:effectLst/>
                <a:latin typeface="Times New Roman" panose="02020603050405020304" pitchFamily="18" charset="0"/>
                <a:ea typeface="Times New Roman" panose="02020603050405020304" pitchFamily="18" charset="0"/>
              </a:rPr>
              <a:t>Spetsarias</a:t>
            </a:r>
            <a:r>
              <a:rPr lang="en-US" sz="2200" spc="0" dirty="0">
                <a:effectLst/>
                <a:latin typeface="Times New Roman" panose="02020603050405020304" pitchFamily="18" charset="0"/>
                <a:ea typeface="Times New Roman" panose="02020603050405020304" pitchFamily="18" charset="0"/>
              </a:rPr>
              <a:t>, George K. </a:t>
            </a:r>
            <a:r>
              <a:rPr lang="en-US" sz="2200" spc="0" dirty="0" err="1">
                <a:effectLst/>
                <a:latin typeface="Times New Roman" panose="02020603050405020304" pitchFamily="18" charset="0"/>
                <a:ea typeface="Times New Roman" panose="02020603050405020304" pitchFamily="18" charset="0"/>
              </a:rPr>
              <a:t>Matsopoulos</a:t>
            </a:r>
            <a:r>
              <a:rPr lang="en-US" sz="2200" spc="0" dirty="0">
                <a:effectLst/>
                <a:latin typeface="Times New Roman" panose="02020603050405020304" pitchFamily="18" charset="0"/>
                <a:ea typeface="Times New Roman" panose="02020603050405020304" pitchFamily="18" charset="0"/>
              </a:rPr>
              <a:t>, and Dimitrios </a:t>
            </a:r>
            <a:r>
              <a:rPr lang="en-US" sz="2200" dirty="0">
                <a:effectLst/>
                <a:latin typeface="Times New Roman" panose="02020603050405020304" pitchFamily="18" charset="0"/>
                <a:ea typeface="Times New Roman" panose="02020603050405020304" pitchFamily="18" charset="0"/>
              </a:rPr>
              <a:t>D. </a:t>
            </a:r>
            <a:r>
              <a:rPr lang="en-US" sz="2200" dirty="0" err="1">
                <a:effectLst/>
                <a:latin typeface="Times New Roman" panose="02020603050405020304" pitchFamily="18" charset="0"/>
                <a:ea typeface="Times New Roman" panose="02020603050405020304" pitchFamily="18" charset="0"/>
              </a:rPr>
              <a:t>Koutsouris</a:t>
            </a:r>
            <a:r>
              <a:rPr lang="en-US" sz="2200" dirty="0">
                <a:effectLst/>
                <a:latin typeface="Times New Roman" panose="02020603050405020304" pitchFamily="18" charset="0"/>
                <a:ea typeface="Times New Roman" panose="02020603050405020304" pitchFamily="18" charset="0"/>
              </a:rPr>
              <a:t>. "Data Quality Challenges in a Learning Health System." In MIE, pp. 143-147. 2020.</a:t>
            </a:r>
          </a:p>
          <a:p>
            <a:pPr marL="0" indent="0">
              <a:buNone/>
            </a:pPr>
            <a:endParaRPr lang="en-US" dirty="0"/>
          </a:p>
        </p:txBody>
      </p:sp>
      <p:sp>
        <p:nvSpPr>
          <p:cNvPr id="4" name="Date Placeholder 3">
            <a:extLst>
              <a:ext uri="{FF2B5EF4-FFF2-40B4-BE49-F238E27FC236}">
                <a16:creationId xmlns:a16="http://schemas.microsoft.com/office/drawing/2014/main" id="{343C7C26-5379-C208-E9F3-E3AD697DB696}"/>
              </a:ext>
            </a:extLst>
          </p:cNvPr>
          <p:cNvSpPr>
            <a:spLocks noGrp="1"/>
          </p:cNvSpPr>
          <p:nvPr>
            <p:ph type="dt" sz="half" idx="10"/>
          </p:nvPr>
        </p:nvSpPr>
        <p:spPr/>
        <p:txBody>
          <a:bodyPr/>
          <a:lstStyle/>
          <a:p>
            <a:fld id="{E6D7F0AD-2A29-47B2-B235-D04D796AAEE0}" type="datetime1">
              <a:rPr lang="en-IN" smtClean="0"/>
              <a:t>25-05-2025</a:t>
            </a:fld>
            <a:endParaRPr lang="en-IN"/>
          </a:p>
        </p:txBody>
      </p:sp>
      <p:sp>
        <p:nvSpPr>
          <p:cNvPr id="5" name="Slide Number Placeholder 4">
            <a:extLst>
              <a:ext uri="{FF2B5EF4-FFF2-40B4-BE49-F238E27FC236}">
                <a16:creationId xmlns:a16="http://schemas.microsoft.com/office/drawing/2014/main" id="{30472A95-1968-AB7D-1284-1332472A273A}"/>
              </a:ext>
            </a:extLst>
          </p:cNvPr>
          <p:cNvSpPr>
            <a:spLocks noGrp="1"/>
          </p:cNvSpPr>
          <p:nvPr>
            <p:ph type="sldNum" sz="quarter" idx="12"/>
          </p:nvPr>
        </p:nvSpPr>
        <p:spPr/>
        <p:txBody>
          <a:bodyPr/>
          <a:lstStyle/>
          <a:p>
            <a:fld id="{C68A5BF6-CC08-43EB-88E5-4A57D53E60A8}" type="slidenum">
              <a:rPr lang="en-IN" smtClean="0"/>
              <a:t>16</a:t>
            </a:fld>
            <a:endParaRPr lang="en-IN" dirty="0"/>
          </a:p>
        </p:txBody>
      </p:sp>
      <p:pic>
        <p:nvPicPr>
          <p:cNvPr id="6" name="object 3">
            <a:extLst>
              <a:ext uri="{FF2B5EF4-FFF2-40B4-BE49-F238E27FC236}">
                <a16:creationId xmlns:a16="http://schemas.microsoft.com/office/drawing/2014/main" id="{CBD821DB-3BB9-377E-655E-B407BD160241}"/>
              </a:ext>
            </a:extLst>
          </p:cNvPr>
          <p:cNvPicPr/>
          <p:nvPr/>
        </p:nvPicPr>
        <p:blipFill>
          <a:blip r:embed="rId2" cstate="print"/>
          <a:stretch>
            <a:fillRect/>
          </a:stretch>
        </p:blipFill>
        <p:spPr>
          <a:xfrm>
            <a:off x="0" y="136525"/>
            <a:ext cx="2006081" cy="1322593"/>
          </a:xfrm>
          <a:prstGeom prst="rect">
            <a:avLst/>
          </a:prstGeom>
        </p:spPr>
      </p:pic>
    </p:spTree>
    <p:extLst>
      <p:ext uri="{BB962C8B-B14F-4D97-AF65-F5344CB8AC3E}">
        <p14:creationId xmlns:p14="http://schemas.microsoft.com/office/powerpoint/2010/main" val="1780994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B6EAB-C557-3B02-567D-65CA64CE72AC}"/>
              </a:ext>
            </a:extLst>
          </p:cNvPr>
          <p:cNvSpPr>
            <a:spLocks noGrp="1"/>
          </p:cNvSpPr>
          <p:nvPr>
            <p:ph type="title"/>
          </p:nvPr>
        </p:nvSpPr>
        <p:spPr>
          <a:xfrm>
            <a:off x="670420" y="2646930"/>
            <a:ext cx="10515600" cy="1325563"/>
          </a:xfrm>
        </p:spPr>
        <p:txBody>
          <a:bodyPr>
            <a:normAutofit/>
          </a:bodyPr>
          <a:lstStyle/>
          <a:p>
            <a:pPr algn="ctr"/>
            <a:r>
              <a:rPr lang="en-IN" sz="6600" b="1" dirty="0">
                <a:latin typeface="Times New Roman" panose="02020603050405020304" pitchFamily="18" charset="0"/>
                <a:cs typeface="Times New Roman" panose="02020603050405020304" pitchFamily="18" charset="0"/>
              </a:rPr>
              <a:t>Thank You!!</a:t>
            </a:r>
          </a:p>
        </p:txBody>
      </p:sp>
      <p:sp>
        <p:nvSpPr>
          <p:cNvPr id="4" name="Date Placeholder 3">
            <a:extLst>
              <a:ext uri="{FF2B5EF4-FFF2-40B4-BE49-F238E27FC236}">
                <a16:creationId xmlns:a16="http://schemas.microsoft.com/office/drawing/2014/main" id="{676EAA5C-6D89-FC39-480E-4FE9C6E56F68}"/>
              </a:ext>
            </a:extLst>
          </p:cNvPr>
          <p:cNvSpPr>
            <a:spLocks noGrp="1"/>
          </p:cNvSpPr>
          <p:nvPr>
            <p:ph type="dt" sz="half" idx="10"/>
          </p:nvPr>
        </p:nvSpPr>
        <p:spPr/>
        <p:txBody>
          <a:bodyPr/>
          <a:lstStyle/>
          <a:p>
            <a:fld id="{C12F2501-DF0A-4326-B57F-754A363A8444}" type="datetime1">
              <a:rPr lang="en-IN" smtClean="0"/>
              <a:t>25-05-2025</a:t>
            </a:fld>
            <a:endParaRPr lang="en-IN"/>
          </a:p>
        </p:txBody>
      </p:sp>
      <p:sp>
        <p:nvSpPr>
          <p:cNvPr id="3" name="Slide Number Placeholder 2">
            <a:extLst>
              <a:ext uri="{FF2B5EF4-FFF2-40B4-BE49-F238E27FC236}">
                <a16:creationId xmlns:a16="http://schemas.microsoft.com/office/drawing/2014/main" id="{20788221-DC9F-F0A9-39D6-77138432B1F6}"/>
              </a:ext>
            </a:extLst>
          </p:cNvPr>
          <p:cNvSpPr>
            <a:spLocks noGrp="1"/>
          </p:cNvSpPr>
          <p:nvPr>
            <p:ph type="sldNum" sz="quarter" idx="12"/>
          </p:nvPr>
        </p:nvSpPr>
        <p:spPr/>
        <p:txBody>
          <a:bodyPr/>
          <a:lstStyle/>
          <a:p>
            <a:fld id="{C68A5BF6-CC08-43EB-88E5-4A57D53E60A8}" type="slidenum">
              <a:rPr lang="en-IN" smtClean="0"/>
              <a:t>17</a:t>
            </a:fld>
            <a:endParaRPr lang="en-IN"/>
          </a:p>
        </p:txBody>
      </p:sp>
      <p:pic>
        <p:nvPicPr>
          <p:cNvPr id="5" name="object 3">
            <a:extLst>
              <a:ext uri="{FF2B5EF4-FFF2-40B4-BE49-F238E27FC236}">
                <a16:creationId xmlns:a16="http://schemas.microsoft.com/office/drawing/2014/main" id="{827EFE2A-CB71-C194-500F-F07E8772C2A4}"/>
              </a:ext>
            </a:extLst>
          </p:cNvPr>
          <p:cNvPicPr/>
          <p:nvPr/>
        </p:nvPicPr>
        <p:blipFill>
          <a:blip r:embed="rId2" cstate="print"/>
          <a:stretch>
            <a:fillRect/>
          </a:stretch>
        </p:blipFill>
        <p:spPr>
          <a:xfrm>
            <a:off x="0" y="136525"/>
            <a:ext cx="2006081" cy="1322593"/>
          </a:xfrm>
          <a:prstGeom prst="rect">
            <a:avLst/>
          </a:prstGeom>
        </p:spPr>
      </p:pic>
    </p:spTree>
    <p:extLst>
      <p:ext uri="{BB962C8B-B14F-4D97-AF65-F5344CB8AC3E}">
        <p14:creationId xmlns:p14="http://schemas.microsoft.com/office/powerpoint/2010/main" val="1577094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396</TotalTime>
  <Words>1132</Words>
  <Application>Microsoft Office PowerPoint</Application>
  <PresentationFormat>Widescreen</PresentationFormat>
  <Paragraphs>146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Times New Roman</vt:lpstr>
      <vt:lpstr>Office Theme</vt:lpstr>
      <vt:lpstr>PowerPoint Presentation</vt:lpstr>
      <vt:lpstr>COMPANY PROFILE</vt:lpstr>
      <vt:lpstr>TOPICS COVERED</vt:lpstr>
      <vt:lpstr>    1.ROOMAN INTERLEAP INTERNSHIP </vt:lpstr>
      <vt:lpstr>2. WADHWANI INTERNSHIP </vt:lpstr>
      <vt:lpstr>3. IBM INTERNSHIP </vt:lpstr>
      <vt:lpstr>4. PROJECT </vt:lpstr>
      <vt:lpstr>PROBLEM STATEMENT </vt:lpstr>
      <vt:lpstr>PROJECT OBJECTIVES</vt:lpstr>
      <vt:lpstr>METHODOLOGY</vt:lpstr>
      <vt:lpstr>FLOWCHART</vt:lpstr>
      <vt:lpstr>IMPLEMENTATION STEPS </vt:lpstr>
      <vt:lpstr>SCREENSHOTS </vt:lpstr>
      <vt:lpstr>OUTCOMES &amp; BENEFITS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Supreeth G S</dc:creator>
  <cp:lastModifiedBy>Sameeksha Rai</cp:lastModifiedBy>
  <cp:revision>8</cp:revision>
  <dcterms:created xsi:type="dcterms:W3CDTF">2025-05-04T16:05:57Z</dcterms:created>
  <dcterms:modified xsi:type="dcterms:W3CDTF">2025-05-25T09:46:18Z</dcterms:modified>
</cp:coreProperties>
</file>